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83" r:id="rId34"/>
    <p:sldId id="277" r:id="rId23"/>
    <p:sldId id="282" r:id="rId33"/>
    <p:sldId id="278" r:id="rId24"/>
    <p:sldId id="281" r:id="rId32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6A1B9A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6A1B9A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6A1B9A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·  LECTURE 1 OF 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Immunoassay Principles &amp; Test Performance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Formats, Interferences, and Interpreting Results Correctly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Sandwich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Two-antibody capture detects antigen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 analyte can paradoxically read low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PPV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Prevalence governs what a positive result means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Immunoassays underpin endocrine, cardiac, infectious, and autoimmune testing. Reliable interpretation requires understanding the assay format, the classic interferences, and how disease prevalence shapes predictive value.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result is the product of an assay format and a population — know both before you trust the number.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competitive and sandwich (immunometric) immunoassay formats.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labels and signal detection (enzyme, chemiluminescence).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key interferences: hook effect, heterophile/biotin, cross-reactivity.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sensitivity, specificity, and predictive values with prevalence.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borderline and discordant results.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confirmation strategies for high-stakes results.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Assay formats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competitive vs sandwich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labels and signal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hook, heterophile, biotin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predictive value and prevalence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&amp; Detection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FORMATS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vs Sandwich Immunoassay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87952"/>
          </a:xfrm>
          <a:prstGeom prst="roundRect">
            <a:avLst>
              <a:gd name="adj" fmla="val 196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chem_immunoass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Sandwich assays suit larger analytes with two epitopes; competitive assays suit small molecules.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FORMATS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Two Formats Behave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SANDWICH (IMMUNOMETRIC)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+ detection antibody bracket the analyte; signal increases with concentration.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larger molecules with ≥2 epitopes.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sensitivity and specificity.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Susceptible to the high-dose hook effect.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analyte competes with patient analyte; signal is inversely related to concentration.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small molecules (haptens, many drugs/hormones).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epitope is sufficient.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interference profile.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DETECTION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&amp; Signal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LABELS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 (EIA/ELISA), chemiluminescent, and fluorescent labels generate measurable signal.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Chemiluminescence offers wide dynamic range and automation.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curves relate signal to concentration.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Lot-to-lot calibration and QC are essential.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&amp; QC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depend on a valid calibration curve and in-control QC.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Standardization/harmonization affects comparability across platforms.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Carryover and matrix effects must be controlled.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changes can shift reference intervals.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Interferences &amp; Performance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Sensitivity, Specificity &amp; Predictive Value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87952"/>
          </a:xfrm>
          <a:prstGeom prst="roundRect">
            <a:avLst>
              <a:gd name="adj" fmla="val 196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immuno_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Predictive values shift with disease prevalence even when sensitivity/specificity are fixed.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INTERFERENCES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Immunoassay Interferences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FALSELY LOW / HIGH SIGNAL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effect: extremely high analyte saturates antibodies → falsely LOW result (dilute to unmask).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Biotin interferes with streptavidin-biotin assays (e.g., low TSH, high free T4).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Cross-reactivity with structurally similar molecules.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effects (lipemia, icterus, hemolysis).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&amp; AUTOANTIBODIES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antibodies bridge assay antibodies → false positives/negatives.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Macro-analytes (macroprolactin, macro-CK) cause spurious elevations.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Anti-analyte autoantibodies distort results.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interference when results don’t fit the patient.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Value &amp; Prevalence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RELATIONSHIP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Sensitivity/specificity are assay properties; predictive values depend on prevalence.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low-prevalence screening, even good tests yield many false positives (low PPV).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screen-positives with a more specific method.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cutoffs by the clinical purpose (screen vs confirm).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BORDERLINE &amp; DISCORDANT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Equivocal results warrant repeat, alternate method, or follow-up testing.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results suggest interference or a pre-analytic issue.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uncertainty rather than forcing a binary call.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caveats to the clinician.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a large tumor has a surprisingly low tumor-marker level that does not fit the clinical picture; on dilution the value rises markedly.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artifact explains this, and how is it confirmed?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High-Dose Hook Effect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high analyte saturated both antibodies, producing a falsely low result (hook effect).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dilution unmasks the true high concentration.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Occurs in one-step sandwich assays.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it when a low value contradicts a high clinical suspicion.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sandwich-assay result is implausibly low for the clinical context, dilute the sample to exclude the hook effect.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person screens positive on a low-prevalence infectious serology; a specific confirmatory assay is negative.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interpret the discordance?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Low Prevalence, Low PPV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low-prevalence settings, a positive screen has a low positive predictive value — many positives are false.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specific confirmatory test supports a false-positive screen.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pair a sensitive screen with a specific confirmation.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alarming the patient on a single screen result.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value depends on prevalence: confirm screen-positives in low-prevalence populations before acting.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on a high-dose biotin supplement has thyroid results suggesting hyperthyroidism but is clinically euthyroid.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likely cause and the fix?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Biotin Interference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Biotin interferes with streptavidin-biotin immunoassays, distorting thyroid results.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(low TSH, high free T4) mimics hyperthyroidism in a euthyroid patient.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biotin and repeat.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reconcile assay results with the clinical state.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biotin when immunoassay results don’t fit the patient — a brief medication history prevents misdiagnosis.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high-dose hook effect causes: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falsely high result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falsely low result at very high analyte concentrations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effect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Increased specificity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shifted calibration only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predictive value decreases when: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Sensitivity increases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Specificity increases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Disease prevalence decreases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 cutoff is raised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Precision improves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sandwich immunoassay is best suited for: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Small haptens with one epitope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Large analytes with two or more epitopes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Electrolytes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Blood gases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Osmolality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antibody interference is best suspected when: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Results match the clinical picture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result is discordant with the clinical scenario and other tests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QC is out of range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 calibration failed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The sample is lipemic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Sandwich assays detect larger multi-epitope analytes (signal rises with concentration); competitive assays suit small molecules (signal falls).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classic interferences: hook effect (falsely low), biotin, heterophile antibodies, cross-reactivity, macro-analytes.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Sensitivity/specificity are assay properties; predictive values depend on prevalence — confirm screen-positives in low-prevalence settings.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interference when results don’t fit the patient; dilute, switch platforms, or use blocking reagents.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calibration and in-control QC underlie every result.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Rifai N, et al. Tietz Textbook of Clinical Chemistry,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Wild D (ed). The Immunoassay Handbook, 4th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CLSI EP07: interference testing.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Ward G, et al. Interferences in immunoassay. Clin Biochem Rev.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antibody interference is best suspected when: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Results match the clinical picture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result is discordant with the clinical scenario and other tests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QC is out of range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 calibration failed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The sample is lipemic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Result discordant with clinical picture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antibodies cause clinically implausible results; blocking reagents or alternate platforms confirm the artifact.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sandwich immunoassay is best suited for: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Small haptens with one epitope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Large analytes with two or more epitopes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Electrolytes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Blood gases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Osmolality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Large analytes with ≥2 epitopes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antibodies must bind distinct epitopes; small single-epitope molecules use competitive formats.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predictive value decreases when: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Sensitivity increases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Specificity increases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Disease prevalence decreases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 cutoff is raised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Precision improves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Prevalence decreases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fixed sensitivity/specificity, lower prevalence yields more false positives and a lower PPV.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high-dose hook effect causes: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falsely high result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falsely low result at very high analyte concentrations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effect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Increased specificity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shifted calibration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Falsely low at very high concentrations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saturation in one-step sandwich assays produces a paradoxically low signal; dilution reveals the true value.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Immunoassay Principles &amp; Test Performance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2026-06-28T07:02:53Z</dcterms:created>
  <dcterms:modified xsi:type="dcterms:W3CDTF">2026-06-28T07:02:53Z</dcterms:modified>
</cp:coreProperties>
</file>