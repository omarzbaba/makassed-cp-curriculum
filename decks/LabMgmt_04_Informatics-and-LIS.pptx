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455A64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455A64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455A64">
              <a:alpha val="4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455A6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·  LECTURE 4 OF 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Laboratory Informatics &amp; LIS Fundamentals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Routing, Middleware, Autoverification, and Data Integrity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HL7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messaging standard that moves results between systems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Autoverification releases normal results and flags the rest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and mapping errors silently corrupt data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laboratories run on information systems. Understanding the LIS, middleware, interfaces, and autoverification — and the ways data integrity fails — is now core to safe laboratory practice.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mis-mapped interface field can corrupt thousands of results invisibly — informatics is a patient-safety discipline.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LIS architecture and result routing.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middleware and autoverification.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interface (HL7) issues and data-integrity risks.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standard vocabularies (LOINC, SNOMED).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 downtime and contingency planning.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informatics to result quality and safety.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 architecture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the result lifecycle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&amp; autoverification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rules and release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 &amp; integrity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HL7, mapping, vocabularies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Downtime &amp; safety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contingency planning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C3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Lifecycle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INFORMATICS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Instrument to the Chart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66648" y="1481328"/>
            <a:ext cx="10058400" cy="3886200"/>
          </a:xfrm>
          <a:prstGeom prst="roundRect">
            <a:avLst>
              <a:gd name="adj" fmla="val 2118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pic>
        <p:nvPicPr>
          <p:cNvPr id="5" name="Image 0" descr="/tmp/cp_work2/art/lab_l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4664" y="1609344"/>
            <a:ext cx="9802368" cy="3630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44068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Results flow instrument → middleware → LIS → EHR over interfaces; each hop is a place for error and a place for control.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 and Middleware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orders, specimens, results, reference ranges, and reporting.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Maintains the patient/test master files that drive correct interpretation.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the authoritative result record and audit trail.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 with the EHR, instruments, and other systems.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Sits between instruments and the LIS to apply rules: autoverification, reflex testing, delta checks, and QC handling.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Offloads decision logic and standardizes workflows.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hold/flag results needing review before they reach the LIS.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must be built, validated, and version-controlled.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C3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Autoverification, Interfaces &amp; Downtime</a:t>
            </a:r>
            <a:endParaRPr lang="en-US" sz="3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AUTOVERIFICATION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Releasing Results Safely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AUTOVERIFICATION WORKS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auto-release results that pass QC, are within defined limits, and have no flags — freeing staff for exceptions.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that fail any rule are held for human review.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encode delta checks, critical limits, and absurd-value checks.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rules before go-live and after changes.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 &amp; VOCABULARIES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HL7 messages carry orders/results; mapping errors can mis-route or mislabel data.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every interface, unit, and reference-range mapping.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LOINC encodes the test/observation; SNOMED CT encodes results/diagnoses — enabling interoperability.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interface changes in a controlled environment before production.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INTEGRITY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Integrity and Downtime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PROTECTING INTEGRITY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trails, access controls, and change control protect the record.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and reference-range errors are dangerous and easy to miss — validate them.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truncation/rounding and special-character handling can corrupt data.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for interface failures (queued/stuck messages).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DOWNTIME PLANNING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tested downtime procedures: manual workflows, paper backups, and recovery steps.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 results entered during downtime when systems return.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for both planned (upgrades) and unplanned outages.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 incidents are an increasingly important downtime cause.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C3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3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an interface upgrade, potassium results begin posting to the EHR under the wrong reference range, so normal values are flagged as low. No analytic problem exists.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is the failure, and how should it be prevented?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Interface Mapping Error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postanalytic informatics failure — the interface mapped the wrong reference range, not an analytic error.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Mapping/unit errors can affect every result for that analyte invisibly.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mapping and re-validate the interface end-to-end.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 with controlled change management and pre-production interface testing.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and mapping changes must be validated end-to-end before go-live — a single mis-mapped field can corrupt all results for an analyte.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ransomware incident takes the LIS offline for two days. The laboratory must keep reporting critical results safely.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should have been in place, and what are the priorities during downtime?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Downtime Response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tested downtime procedures: manual result delivery, paper/backup workflows, and critical-value pathways.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 critical results and time-sensitive testing.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 specimen and result traceability for later reconciliation.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 and verify all downtime results when systems are restored; review cybersecurity safeguards.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Downtime readiness is a safety requirement — rehearsed manual workflows and reconciliation protect patients when systems fail.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 software change, all results for one analyte post with an incorrect reference range. This is best classified as: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Analytic error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Preanalytic error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Postanalytic (informatics/interface) error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Random error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Proficiency testing failure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Postanalytic informatics error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measurement is correct; the result/range mapping in the interface is wrong — a postanalytic informatics failure requiring interface re-validation.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standard vocabulary encodes the laboratory test/observation for interoperability?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SNOMED CT only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ICD-10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LOINC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CPT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HL7 segments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LOINC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LOINC encodes tests/observations; SNOMED CT encodes clinical results/diagnoses. HL7 is the messaging format that carries them.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Autoverification should release a result only when: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It is abnormal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QC has passed, the value is within defined limits, and no flags are present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A technologist is unavailable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It is a critical value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The interface is down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QC passed, within limits, no flags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Autoverification auto-releases results meeting validated criteria (QC passed, within limits, no flags/delta failures) and holds the rest for human review.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flow instrument → middleware → LIS → EHR; each interface is both a risk and a control point.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Autoverification releases results meeting validated rules and holds exceptions for review — validate the rules.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every interface, unit, and reference-range mapping; a single mis-map silently corrupts an analyte’s results.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LOINC (tests) and SNOMED CT (results/diagnoses) for interoperability; HL7 carries the messages.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 audit trails, change control, and rehearsed downtime/cybersecurity procedures with post-event reconciliation.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Pantanowitz L, Tuthill JM, Balis UGJ. Pathology Informatics: Theory and Practice. ASCP Press, 2012.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Henricks WH, et al. Laboratory informatics standards and HL7 (CAP resources).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Regenstrief Institute. LOINC; SNOMED International. SNOMED CT.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CAP Laboratory General checklist: information systems and data integrity.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Laboratory Informatics &amp; LIS Fundamentals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2026-06-28T05:57:52Z</dcterms:created>
  <dcterms:modified xsi:type="dcterms:W3CDTF">2026-06-28T05:57:52Z</dcterms:modified>
</cp:coreProperties>
</file>