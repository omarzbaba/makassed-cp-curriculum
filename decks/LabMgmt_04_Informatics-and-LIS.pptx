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35"/>
    <p:sldId id="276" r:id="rId22"/>
    <p:sldId id="283" r:id="rId34"/>
    <p:sldId id="277" r:id="rId23"/>
    <p:sldId id="282" r:id="rId33"/>
    <p:sldId id="278" r:id="rId24"/>
    <p:sldId id="281" r:id="rId32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455A64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455A64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455A64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455A6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MANAGEMENT  ·  LECTURE 4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Informatics &amp; the LIS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Flow, Interfaces, Middleware, and Result Integrity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connecting orders to results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data errors hide at the seams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result must reach the right chart, correctly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informatics governs how data moves from order to result to action. Understanding the LIS, interfaces, and middleware — and where they fail — is now core to safe practice.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result is worthless if the interface drops it, maps it wrong, or delivers it to the wrong record — integrity lives at the seams.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LIS functions across the testing workflow.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interfaces and standards (HL7; LOINC; unidirectional vs bidirectional).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middleware and autoverification.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result-integrity and critical-value workflows.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informatics failure modes.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data security and integrity principles.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 workflow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order to result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&amp; standards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HL7, LOINC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&amp; autoverification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rules engines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failures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safe data 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 &amp; Interfaces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DATA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Moves: Order to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lab_l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087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Orders, instruments, middleware, LIS, and EHR connect through interfaces — each a potential failure point.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LIS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LIS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entry, specimen tracking, result storage, reporting, and QC management.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test catalog and reference ranges.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billing and workload.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laboratory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 connects instruments, middleware, and the EHR.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result delivery depends on these links.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errors propagate widely.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is essential.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INTERFACES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&amp; Standards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messaging moves orders and results; LOINC standardizes test identity.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 vs bidirectional instrument interfaces.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mapping (units, codes, ranges) is critical.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interfaces before go-live and after changes.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ERRORS HIDE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errors (wrong unit, code, or reference range) silently corrupt results.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or mis-routed messages.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Time-zone and identifier mismatches.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thoroughly across the full message set.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Middleware, Autoverification &amp; Integrity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MIDDLEWARE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&amp; Autoverification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instruments and the LIS to apply rules, manage QC, and route results.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delta checks and reflex rules.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multi-instrument management.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flexibility but also complexity.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auto-release results meeting defined criteria, flagging exceptions for review.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turnaround and consistency.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must be validated and monitored.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gets held for human review.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INTEGRITY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Integrity &amp; Critical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&amp; CRITICAL-VALUE CHECKS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checks flag implausible changes from prior results (possible mislabel/error).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Critical-value workflows ensure timely, documented notification.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ranges must match method and population.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corrected results carefully.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REPORTS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Amended/corrected results must be clearly flagged and tracked.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clinicians of significant corrections.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 audit trail.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amended-report rates as an indicator.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Continuity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patient data with access controls, audit trails, and encryption.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limits exposure.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with privacy regulations.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review access.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PLANNING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validated downtime procedures so testing and reporting continue during outages.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and disaster recovery.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data after downtime.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plan regularly.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interface update, potassium results post to the EHR with the wrong units, but values look numerically plausible.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failure occurred and how is it prevented?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Interface Mapping Error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unit-mapping error corrupted results despite plausible numbers — a classic silent interface failure.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interfaces thoroughly before go-live and after any change.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units, codes, and reference ranges across the message set.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prevents silent corruption.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changes must be fully revalidated — mapping errors (units/codes/ranges) corrupt results invisibly.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markedly different hemoglobin from the prior day triggers a delta-check flag in a stable patient.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delta check protect against?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Delta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unexplained change from a prior result may indicate a mislabeled specimen or analytic error.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checks catch identity and pre-analytic errors.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before releasing — verify specimen identity.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resolution.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checks are a safety net for specimen mix-ups and errors — investigate implausible changes before releasing results.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autoverification rule set releases a result that should have been held due to a failed QC condition.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and what is the fix?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Autoverification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autoverification rules did not capture the exception, so a result was released that should have been held.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must be validated against edge cases and monitored.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missed condition and revalidate.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audit autoverification performance.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Autoverification is only as safe as its rules — validate against exceptions and monitor that holds fire when they should.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standard is used to uniquely identify laboratory tests for interoperability?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HL7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LOINC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ICD-10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CPT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SNOMED procedures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delta check primarily detects: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Calibration drift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Implausible changes from a patient’s prior result (e.g., mislabeling)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Reagent expiration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Interface downtime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Billing errors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risk after an LIS interface change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Faster results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Silent mapping errors (units/codes/ranges)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Reduced storage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Excessive flags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Lower cost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Autoverification rules must be: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Set once and never changed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Validated and monitored, with exceptions held for review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Applied to all results without exception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Hidden from staff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Used only for QC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 manages the workflow from order to result and connects instruments, middleware, and the EHR.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carries messages and LOINC standardizes test identity; mapping errors (units/codes/ranges) silently corrupt results.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enables rules, delta checks, and autoverification — which must be validated and monitored.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checks and critical-value workflows protect result integrity; corrected reports need flags and audit trails.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(access control, audit, encryption) and maintain validated downtime/disaster-recovery procedures.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Henricks WH, et al. Laboratory informatics (CAP resources).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Pantanowitz L, et al. Pathology Informatics: Theory and Practice.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HL7 and LOINC standards documentation.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CLSI AUTO standards (autoverification and interfaces).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Autoverification rules must be: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Set once and never changed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Validated and monitored, with exceptions held for review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Applied to all results without exception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Hidden from staff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Used only for QC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Validated and monitored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Autoverification improves efficiency only if rules are validated against exceptions and continually monitored.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risk after an LIS interface change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Faster results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Silent mapping errors (units/codes/ranges)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Reduced storage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Excessive flags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Lower cost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Silent mapping errors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errors can corrupt results invisibly; interfaces must be revalidated after any change.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delta check primarily detects: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Calibration drift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Implausible changes from a patient’s prior result (e.g., mislabeling)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Reagent expiration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Interface downtime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Billing errors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Implausible change vs prior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checks compare current to previous results to flag possible specimen mix-ups or errors.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standard is used to uniquely identify laboratory tests for interoperability?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HL7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LOINC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ICD-10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CPT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SNOMED procedures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LOINC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 provides standardized identifiers for laboratory tests; HL7 is the messaging standard that carries them.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Informatics &amp; the LIS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2026-06-28T07:13:50Z</dcterms:created>
  <dcterms:modified xsi:type="dcterms:W3CDTF">2026-06-28T07:13:50Z</dcterms:modified>
</cp:coreProperties>
</file>