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5" r:id="rId36"/>
    <p:sldId id="277" r:id="rId23"/>
    <p:sldId id="284" r:id="rId35"/>
    <p:sldId id="278" r:id="rId24"/>
    <p:sldId id="283" r:id="rId34"/>
    <p:sldId id="279" r:id="rId25"/>
    <p:sldId id="282" r:id="rId33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00838F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00838F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00838F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Testing in Hematologic Malignancy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Fusions, Mutations, Cytogenetics, and Minimal Residual Disease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CML and is monitored quantitatively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Karyotype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Cytogenetics still anchors risk stratification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monitoring detects relapse early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Hematologic malignancies are where molecular and cytogenetic testing most directly drive diagnosis, prognosis, therapy, and monitoring — from defining fusions to quantitative minimal residual disease.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heme malignancy, the lab does it all: diagnosis (fusion/mutation), risk (cytogenetics), therapy target, and MRD monitoring.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diagnostic fusion genes and their detection.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cytogenetics and FISH for risk stratification.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key mutations in myeloid and lymphoid neoplasms.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quantitative monitoring (e.g., BCR-ABL1 IS) and MRD.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molecular results with morphology and flow cytometry.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results that change management.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diagnostic translocations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Cytogenetics &amp; FISH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risk stratification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&amp; MRD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prognosis and monitoring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with morphology/flow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Fusions &amp; Cytogenetics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Genes Drive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 translocation juxtaposes two genes into a driver fusion (e.g., BCR-ABL1) detectable by FISH or RT-PCR.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Driver Fusions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 (CML; Ph+ ALL); PML-RARA (APL — a medical emergency).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recurrent fusions define entities and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RT-PCR, FISH, and karyotype each have roles.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fusions are targets for specific inhibitors.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and RT-PCR rapidly detect known fusions; karyotype gives a genome-wide view.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RT-PCR enables quantitative monitoring.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fusion panels detect many partners.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morphology and flow.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 Methods and Resolution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50799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cy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624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Karyotype, FISH, and microarray differ in scope and resolution — chosen by the clinical question.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 Risk Stratification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CYTOGENETICS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Karyotype/FISH define favorable, intermediate, and adverse risk in AML and other neoplasms.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abnormalities guide therapy intensity and transplant decisions.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karyotype generally indicates adverse risk.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Cytogenetics remains foundational despite molecular advances.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ADDS 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detects specific lesions when karyotype fails or is normal.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cryptic rearrangements and deletions.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Interphase FISH works without dividing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molecular panels.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Mutations, MRD &amp; Integration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MUTATIONS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Mutations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FLT3, NPM1, IDH1/2, CEBPA inform AML prognosis and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JAK2 V617F in myeloproliferative neoplasms.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panels increasingly standard at diagnosis.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direct drug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LYMPHOID &amp; MONITORING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Clonality (IGH/TCR rearrangement) supports lymphoproliferative diagnosis.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by quantitative PCR, flow, or NGS detects low-level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markers can precede morphologic relapse.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monitoring guides therapy.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Monitoring &amp; MRD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RT-PCR on the International Scale tracks CML response to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molecular-response milestones guide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transcripts prompt resistance evaluation.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enables comparison across labs.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PRINCIPLES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detects residual disease below morphologic resolution.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depends on the method and marker.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be reported with the limit of detection.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clinical and other lab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DIAGNOSIS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+ flow cytometry + cytogenetics + molecular together define the diagnosis (WHO/ICC).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modality is sufficient.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Discordances prompt review.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an integrated interpretation.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emergencies (e.g., PML-RARA in APL) requiring immediate action.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targetable lesions for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risk classification for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timely critical communication.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leukocytosis and basophilia has a Philadelphia chromosome; RT-PCR confirms BCR-ABL1.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diagnosis and how is the lab used going forward?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CML and Monitoring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 with a compatible picture establishes CML.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BCR-ABL1 (International Scale) monitors response to tyrosine-kinase inhibitors.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reach milestones or rising transcripts prompts resistance/mutation testing.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supports diagnosis, monitoring, and resistance evaluation.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CML the laboratory both diagnoses (BCR-ABL1) and monitors response quantitatively on the International Scale.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promyelocytic morphology and coagulopathy has suspected APL.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rapid molecular/cytogenetic testing urgent here?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APL Emergency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PML-RARA (t(15;17)) defines APL, a medical emergency due to life-threatening coagulopathy.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FISH/RT-PCR confirmation supports urgent targeted therapy.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treatment dramatically improves outcomes.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immediate communication with the clinical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APL demands urgent confirmation of PML-RARA — the laboratory’s speed directly affects survival.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AML therapy, an NPM1-based MRD assay shows rising transcript levels while morphology still looks in remission.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rising MRD indicate?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Molecular Relapse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MRD can precede morphologic relapse, signaling impending recurrence.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earlier intervention.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the assay’s limit of detection and trend.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clinical assessment.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detects disease below morphologic resolution — a rising molecular marker can flag relapse before the marrow looks abnormal.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 quantitative monitoring in CML is reported on the: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Local arbitrary scale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International Scale (IS)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Ct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Karyotype score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VAF percentage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finding is a hematologic emergency requiring immediate 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JAK2 V617F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PML-RARA (APL)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Isolated VUS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IGH rearrangement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Normal karyotype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translocation creating a fusion is best detected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Chromosomal microarray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FISH break-apart or RT-PCR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Total protein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Karyotype only when cryptic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Flow cytometry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value of minimal residual disease (MRD) testing is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Replace morphology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Detect disease below morphologic resolution and predict relapse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Diagnose at presentation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Eliminate cytogenetics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Measure tumor purity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fusions (BCR-ABL1, PML-RARA) define entities and are detected by FISH/RT-PCR; some are therapeutic targets.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Cytogenetics/FISH remain foundational for risk stratification (favorable/intermediate/adverse).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mutations (FLT3, NPM1, IDH1/2, JAK2) inform prognosis and therapy; clonality testing supports lymphoid diagnosis.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BCR-ABL1 (IS) and MRD assays monitor response and detect early relapse — report with limit of detection.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integrated: morphology + flow + cytogenetics + molecular; recognize emergencies like APL.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WHO Classification of Haematolymphoid Tumours (current ed.).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Arber DA, et al. International Consensus Classification. Blood. 2022.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Cross NCP, et al. BCR-ABL1 International Scale. Leukemia.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Leonard DGB. Molecular Pathology in Clinical Practice, 2nd 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value of minimal residual disease (MRD) testing is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Replace morphology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Detect disease below morphologic resolution and predict relapse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Diagnose at presentation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Eliminate cytogenetics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Measure tumor purity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Detect sub-morphologic disease/relapse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quantifies residual disease beneath morphologic detection and can flag relapse earlier.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translocation creating a fusion is best detected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Chromosomal microarray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FISH break-apart or RT-PCR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Total protein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Karyotype only when cryptic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Flow cytometry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FISH/RT-PCR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fusions have no copy-number change (missed by arrays); FISH or RT-PCR detect them directly.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finding is a hematologic emergency requiring immediate 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JAK2 V617F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PML-RARA (APL)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Isolated VUS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IGH rearrangement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Normal karyotype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PML-RARA (APL)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 carries a high risk of fatal coagulopathy; rapid confirmation and treatment are urgent.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BCR-ABL1 quantitative monitoring in CML is reported on the: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Local arbitrary scale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International Scale (IS)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Ct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Karyotype score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VAF percentage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International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IS reporting enables comparison of BCR-ABL1 levels across laboratories and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Testing in Hematologic Malignancy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2026-06-28T07:09:05Z</dcterms:created>
  <dcterms:modified xsi:type="dcterms:W3CDTF">2026-06-28T07:09:05Z</dcterms:modified>
</cp:coreProperties>
</file>