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00838F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00838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00838F">
              <a:alpha val="4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00838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·  LECTURE 3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Testing in Hematologic Malignancy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Fusions, Clonality, MRD, and Integrated Diagnosis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 fusions define entities and targeted therapy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MRD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Measurable residual disease guides prognosis and treatment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results join morphology and flow, not replace them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Hematologic malignancy is where molecular diagnostics most directly drive classification, prognosis, therapy, and monitoring — always integrated with morphology, flow cytometry, and cytogenetics.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modern diagnosis is integrated: morphology + immunophenotype + cytogenetics + molecular together define the entity.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fusion and mutation testing in leukemia and lymphoma.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clonality assays appropriately.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measurable (minimal) residual disease.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molecular results with morphology and flow cytometry.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key prognostic and predictive markers.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 sample adequacy for molecular testing.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Fusions &amp; mutations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defining lesions and targets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Clonality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IGH/TCR rearrangement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MRD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concepts and methods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diagnosis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morphology + flow + molecular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5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0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Fusions, Mutations &amp; Clonality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FUSIONS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Translocations and Fusion Genes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66648" y="1481328"/>
            <a:ext cx="10058400" cy="402336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pic>
        <p:nvPicPr>
          <p:cNvPr id="5" name="Image 0" descr="/tmp/cp_work2/art/mol_fu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4664" y="1609344"/>
            <a:ext cx="9802368" cy="376732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57784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t(9;22) creates BCR-ABL1; recurrent fusions define entities and therapeutic targets.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DEFINING LESIONS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Fusions and Prognostic Mutations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 FUSIONS / REARRANGEMENTS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BCR-ABL1 (CML, Ph+ ALL); PML-RARA (APL — emergency); core-binding-factor fusions in AML.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define the entity and a targeted therapy (e.g., tyrosine kinase inhibitors).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Detected by FISH, karyotype, or RT-PCR.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PML-RARA confirmation in suspected APL is time-critical.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PROGNOSTIC / PREDICTIVE MUTATIONS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AML: FLT3-ITD, NPM1, CEBPA, TP53 shape prognosis and therapy.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MPN: JAK2 V617F, CALR, MPL.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Lymphoid: MYD88, BRAF (hairy cell), etc.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Increasingly assessed together on NGS panels.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CLONALITY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Clonality Testing (IGH / TCR)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PCR (or NGS) detects clonal immunoglobulin (IGH) or T-cell receptor (TCR) gene rearrangements.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a diagnosis of clonal lymphoproliferation when morphology/flow are equivocal.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clonal peak suggests neoplasm; polyclonal suggests reactive.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in cutaneous and other ambiguous lymphoid lesions.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Clonality is not synonymous with malignancy — benign clonal populations occur.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interpret with clinical, morphologic, and immunophenotypic context.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Pseudoclonality can occur with scant template.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 of rearrangement does not always equal lineage of disease.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5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0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MRD &amp; Integrated Diagnosis</a:t>
            </a:r>
            <a:endParaRPr lang="en-US" sz="3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MRD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Measurable Residual Disease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AND METHODS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MRD = small numbers of residual neoplastic cells below morphologic detection.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Methods: quantitative RT-PCR (e.g., BCR-ABL1), multiparameter flow cytometry, and NGS.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often 10⁻⁴ to 10⁻⁶ depending on method.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Standardized reporting (e.g., International Scale for BCR-ABL1).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MRD status is prognostic and increasingly guides therapy (e.g., escalation, transplant decisions).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response over time, not a single value.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and sample type must be consistent for trending.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MRD can predict relapse.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INTEGRATION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Integrated Diagnosis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THE DATA TOGETHER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 + immunophenotype (flow) + cytogenetics + molecular define the WHO/ICC entity.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results refine classification and risk — they do not stand alone.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Discordances prompt review, not isolated reporting.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an integrated, coherent diagnosis.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ADEQUACY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 adequate, viable, properly anticoagulated material (often EDTA/heparin per assay).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 cellularity affects sensitivity — report the limitation.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the right tube for the right test (RNA for fusions).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 so limited specimen serves all needed studies.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5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0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with new acute leukemia has promyelocytes with faggot cells and coagulopathy. The team needs rapid confirmation to start specific therapy.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molecular/cytogenetic target is critical, and why urgently?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PML-RARA in APL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PML-RARA / t(15;17) urgently — acute promyelocytic leukemia is an emergency.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death is from hemorrhage (DIC); rapid confirmation supports time-critical therapy.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FISH/RT-PCR for speed; karyotype confirms t(15;17).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with morphology and coagulation findings.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Suspected APL is a molecular emergency: expedite PML-RARA confirmation while supporting the coagulopathy.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CML patient in apparent remission has rising quantitative BCR-ABL1 transcript levels on serial International-Scale monitoring.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this indicate and how should it be acted on?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Rising MRD in CML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confirmed rise in BCR-ABL1 transcript signals loss of molecular response / possible resistance.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adherence assessment and kinase-domain mutation testing.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lead to a change in tyrosine kinase inhibitor.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on a consistent assay and the International Scale.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MRD is followed as a trend; a confirmed rise in BCR-ABL1 triggers resistance evaluation and possible therapy change.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clonal IGH gene rearrangement on PCR indicates: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Definite malignancy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 clonal B-cell population supporting (with context) lymphoproliferative disease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 reactive process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T-cell lineage disease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Germline mutation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Clonal B-cell population (with context)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Clonality supports a neoplastic process but is not synonymous with malignancy; interpret with morphology, flow, and clinical context.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method provides the most sensitive routine monitoring of MRD in CML?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Karyotype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FISH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Quantitative RT-PCR for BCR-ABL1 (International Scale)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Morphology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Sanger sequencing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Quantitative RT-PCR (International Scale)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RT-PCR detects BCR-ABL1 transcript to ~10⁻⁴–10⁻⁵, far below morphologic or FISH sensitivity, and is reported on a standardized scale.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modern diagnosis of a hematologic malignancy is best described as: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Molecular result alone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Morphology alone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An integration of morphology, immunophenotype, cytogenetics, and molecular findings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Flow cytometry alone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Karyotype alone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Integration of all modalities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WHO/ICC classification integrates morphology, immunophenotype, cytogenetics, and molecular data into a single coherent diagnosis.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 fusions (BCR-ABL1, PML-RARA, CBF) define entities and targets; suspected APL (PML-RARA) is a molecular emergency.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Prognostic mutations (FLT3, NPM1, TP53; JAK2/CALR/MPL) are increasingly assessed together on NGS.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Clonality (IGH/TCR) supports — but does not equal — malignancy; interpret in context.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MRD by quantitative RT-PCR, flow, or NGS is prognostic and guides therapy; follow trends on a consistent method.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an INTEGRATED diagnosis (morphology + flow + cytogenetics + molecular) and ensure sample adequacy.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Khoury JD, et al. WHO Classification of Haematolymphoid Tumours, 5th ed. Leukemia. 2022.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Arber DA, et al. International Consensus Classification. Blood. 2022.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Cross NCP, et al. BCR-ABL1 monitoring (International Scale) recommendations.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van Dongen JJM, et al. EuroClonality/BIOMED-2 clonality assays.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Molecular Testing in Hematologic Malignancy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2026-06-28T05:50:49Z</dcterms:created>
  <dcterms:modified xsi:type="dcterms:W3CDTF">2026-06-28T05:50:49Z</dcterms:modified>
</cp:coreProperties>
</file>