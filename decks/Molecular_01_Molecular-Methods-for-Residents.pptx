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00838F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00838F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00838F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00838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·  LECTURE 1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Methods for Residents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PCR, FISH, Karyotype, and NGS — Choosing the Right Tool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Targeted, sensitive, fast — the workhorse of molecular diagnostics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Sees specific rearrangements that a karyotype or PCR may miss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across many genes in one assay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molecular platform answers a different question. Matching method to the clinical question — known target vs genome-wide discovery, single cell vs bulk, DNA vs RNA — is the core skill before any result is interpreted.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question is never 'what did the test show?' but 'is this the right test for the question?'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PCR, RT-PCR, FISH, karyotype, and NGS at a working level.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right platform for a given clinical question.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turnaround, sensitivity, and breadth across methods.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limitations of each technique.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 basic molecular nomenclature.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DNA- from RNA-based approaches.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PCR and real-time / RT-PCR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Cytogenetic methods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karyotype and FISH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Sanger and NGS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platform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by clinical question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Amplification &amp; Cytogenetic Methods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PCR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PCR: The Amplification Workhorse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023360"/>
          </a:xfrm>
          <a:prstGeom prst="roundRect">
            <a:avLst>
              <a:gd name="adj" fmla="val 2045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pc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7673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57784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Cyclic denature-anneal-extend doubles the target each cycle; real-time PCR quantifies amplification.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AMPLIFICATION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PCR Variants and Their Uses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PCR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PCR amplifies a known target for detection.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(quantitative) PCR measures product as it forms — used for viral loads and BCR-ABL1 monitoring.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RT-PCR converts RNA to cDNA first — essential for fusion transcripts and RNA viruses.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PCR partitions the sample for absolute quantitation and rare-variant detection.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&amp; LIMITS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analytic sensitivity and speed; targeted (you must know what you’re looking for).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Contamination/carryover is the key risk — strict workflow separation.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design and sequence variation can cause failures.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scope: one or a few targets per reaction.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Karyotype and FISH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KARYOTYPE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Whole-genome view of chromosomes from dividing cells — detects balanced and unbalanced rearrangements, aneuploidy.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viable, dividing cells and is labor-intensive (days).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resolution (large changes only).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essential for a genome-wide structural overview in hematologic malignancy.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Fluorescent probes detect specific sequences/rearrangements — on dividing OR non-dividing cells.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and more sensitive than karyotype for known targets (e.g., t(9;22), HER2).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Targeted: only detects what the probe is designed for.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Interphase FISH works on archived/fixed material.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Sequencing &amp; Platform Choice</a:t>
            </a:r>
            <a:endParaRPr lang="en-US" sz="3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Next-Generation Sequencing Workflow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3483864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mol_n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32278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038344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NGS sequences many targets in parallel; the bioinformatics pipeline is part of the assay.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SEQUENCING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vs NGS and Choosing a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VS NGS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sequencing: gold standard for single exons/variants; limited sensitivity (~15–20% variant fraction).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NGS: massively parallel — panels, exomes, genomes; detects low-level variants with adequate depth.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gives breadth (many genes) and depth (low allele fractions) in one run.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still used to confirm select variants.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METHOD TO QUESTION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single target → PCR/FISH; genome-wide structure → karyotype/microarray; many genes → 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transcript → RT-PCR or RNA-based NGS.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Copy-number / microdeletion → chromosomal microarray.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 turnaround, tissue adequacy, and cost.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5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0F2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CML patient on therapy needs sensitive monitoring of residual BCR-ABL1 transcript over time, reported on an international scale.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molecular method is appropriate, and why?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Quantitative RT-PCR for MRD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RT-PCR of the BCR-ABL1 fusion TRANSCRIPT is the standard for monitoring.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RT-PCR is needed because the target is an RNA fusion transcript.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quantitation tracks log reductions on the International Scale.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FISH/karyotype lack the sensitivity for deep molecular response.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residual disease in CML uses quantitative RT-PCR — RNA-based and sensitive enough to follow deep molecular responses.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a suspected microdeletion syndrome has a normal routine karyotype, but clinical suspicion remains high for a submicroscopic copy-number change.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most appropriate next test and why?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Chromosomal Microarray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Chromosomal microarray (CMA) detects submicroscopic copy-number variants below karyotype resolution.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Karyotype only sees large (&gt;5–10 Mb) changes.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 is first-line for unexplained developmental/congenital anomalies.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CMA does not detect balanced rearrangements (use karyotype/FISH for those).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submicroscopic copy-number changes, microarray exceeds karyotype resolution — but it misses balanced translocations.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 is best to detect a known balanced translocation in non-dividing (interphase) cells?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Karyotype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Interphase FISH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Sanger sequencing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Chromosomal microarray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Western blot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Interphase FISH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detects specific rearrangements in interphase (non-dividing) cells; karyotype needs dividing cells, and microarray misses balanced rearrangements.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Detecting a fusion TRANSCRIPT (e.g., BCR-ABL1) for monitoring requires: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DNA PCR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RT-PCR (RNA-based)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Karyotype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Microarray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Sanger of genomic DNA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RT-PCR (RNA-based)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Fusion transcripts are RNA; RT-PCR converts RNA to cDNA for amplification and quantitation, enabling sensitive monitoring.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Sanger sequencing, a key advantage of NGS is: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Lower cost per single variant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05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Ability to detect low-level variants across many genes simultaneously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No need for bioinformatics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It cannot detect indels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It requires dividing cells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0F2F4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Low-level variants across many genes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provides breadth (many genes) and depth (low allele fractions) in parallel; Sanger is limited in sensitivity and throughput.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method to the question: PCR/FISH for known targets, karyotype/microarray for genome-wide structure, NGS for many genes.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PCR quantifies; RT-PCR is required for RNA targets (fusion transcripts, RNA viruses).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 detects specific rearrangements in dividing or interphase cells; karyotype needs dividing cells; microarray misses balanced translocations.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NGS offers breadth and depth but depends on a validated bioinformatics pipeline.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00838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Sanger remains useful for confirming single variants but is less sensitive than NGS.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&amp; CYTOGENETICS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Buckingham L. Molecular Diagnostics: Fundamentals, Methods, and Clinical Applications, 3rd ed. F.A. Davis, 2019.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Coleman WB, Tsongalis GJ. Molecular Pathology, 2nd ed. Academic Press.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Gulley ML, et al. Clinical laboratory reports in molecular pathology. Arch Pathol Lab Med.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CAP/AMP molecular methods guidance.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0083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Molecular Methods for Residents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2026-06-28T05:50:49Z</dcterms:created>
  <dcterms:modified xsi:type="dcterms:W3CDTF">2026-06-28T05:50:49Z</dcterms:modified>
</cp:coreProperties>
</file>