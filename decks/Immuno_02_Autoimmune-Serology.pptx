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6A1B9A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6A1B9A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6A1B9A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·  LECTURE 2 OF 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Autoimmune Serology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ANA, ENA, ANCA, Antiphospholipid, and Complement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sensitive screen for SLE — but common in healthy people too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IFA pattern points to the antigen and the disease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Pretest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autoantibodies for a reason, not as a panel reflex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Autoimmune serology is where pretest probability and pattern recognition meet. ANA, ENA, ANCA, antiphospholipid, and complement tests are powerful when targeted and misleading when ordered indiscriminately.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ANA without clinical features is frequently a false alarm — specificity comes from the pattern and reflex antibodies.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ANA patterns and titers.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ENA and specific antibodies appropriately.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ANCA testing in vasculitis.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antiphospholipid and complement testing.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common overuse and misinterpretation.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serologic patterns to specific diseases.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testing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patterns, titers, pitfalls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 &amp; specific antibodies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disease associations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ANCA &amp; vasculitis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PR3 vs MPO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Antiphospholipid &amp; complement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and ENA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ANA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Immunofluorescence Patterns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374904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immuno_a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4930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30352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The IFA pattern suggests target antigens and directs specific reflex testing.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ANA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ANA — and Its Limits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AND TITER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immunofluorescence on HEp-2 cells is the reference screen; report pattern and titer.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Homogeneous → dsDNA/histone (SLE, drug-induced); speckled → ENA; nucleolar → scleroderma; centromere → limited scleroderma.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titers are more likely clinically significant.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Solid-phase ANA assays are alternatives but can miss some patterns.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 / OVERUSE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Low-titer ANA is common in healthy people and rises with age — a positive ANA alone is not a diagnosis.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with a clinical indication; specificity comes from reflex antibodies.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Anti-dsDNA and anti-Sm are specific for SLE.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repeat a known-positive ANA to follow disease activity.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ENA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Antibodies and Their Associations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46136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Antibody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1B9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Association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1B9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Anti-dsDNA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SLE (specific; correlates with activity / nephritis)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SLE (highly specific)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Anti-SSA/Ro, SSB/La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Sjögren, SLE, neonatal lupus / congenital heart block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Anti-Scl-70 (topoisomerase 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Diffuse systemic sclerosis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Anti-centromere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 cutaneous systemic sclerosis (CREST)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Anti-Jo-1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Antisynthetase / myositis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Anti-U1 RNP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 connective tissue disease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ANCA, Antiphospholipid &amp; Complement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ANCA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ANCA in Vasculitis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AND TARGETS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c-ANCA → PR3 (proteinase-3): granulomatosis with polyangiitis.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p-ANCA → MPO (myeloperoxidase): microscopic polyangiitis, eosinophilic GPA.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by IFA, confirm/identify with PR3 and MPO immunoassays.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when small-vessel vasculitis is suspected, not as a routine screen.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IFA pattern with antigen-specific results for specificity.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Drug-induced ANCA (often high-titer MPO) occurs with certain drugs.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Titers may reflect activity but treat the patient, not the number.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Atypical p-ANCA occurs in IBD and other conditions.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APS &amp; COMPLEMENT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Antiphospholipid &amp; Complement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ANTIPHOSPHOLIPID SYNDROME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criteria (persistent ≥ 12 weeks): lupus anticoagulant, anticardiolipin, and/or anti-β₂-glycoprotein I.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Lupus anticoagulant is a clotting-based assay (see Coagulation lecture).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with thrombosis and pregnancy morbidity.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DOACs and acute clot can confound LA testing.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C3/C4 indicate consumption — useful in active SLE and some glomerulonephritides.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CH50 screens the classical pathway integrity (very low → component deficiency).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complement with disease activity in lupus nephritis.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Genetic complement deficiencies predispose to Neisseria infection.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woman with arthralgias, a malar rash, and nephritis has a high-titer homogeneous ANA. Reflex testing shows positive anti-dsDNA and anti-Sm, with low C3 and C4.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diagnosis and which results are most specific?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Systemic Lupus Erythematosus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SLE supported by a high-titer ANA and specific antibodies.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Anti-dsDNA and anti-Sm are highly SPECIFIC for SLE; anti-dsDNA correlates with activity/nephritis.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C3/C4 indicate complement consumption in active disease.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anti-dsDNA and complement (not ANA) for activity.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screens; anti-dsDNA and anti-Sm confirm SLE specificity; complement and anti-dsDNA track activity — ANA titer does not.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hemoptysis, sinus disease, and rapidly progressive glomerulonephritis has a c-ANCA pattern with positive PR3 antibodies.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likely diagnosis and serologic interpretation?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PR3-ANCA Vasculitis (GPA)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c-ANCA with PR3 positivity supports granulomatosis with polyangiitis (GPA).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triad (upper airway, lung, kidney) fits.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IFA pattern with the PR3 antigen-specific assay.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Serology supports, but biopsy and clinical context establish the diagnosis.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c-ANCA/PR3 → GPA; p-ANCA/MPO → microscopic polyangiitis / EGPA. Pair the IFA pattern with the antigen-specific result.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antibody is most specific for systemic lupus erythematosus?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Anti-Sm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Rheumatoid factor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Anti-SSA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Anti-centromere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Anti-Sm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Anti-Sm (and anti-dsDNA) are highly specific for SLE. ANA is sensitive but not specific; anti-SSA and anti-centromere associate with other conditions.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c-ANCA pattern corresponds to which antigen specificity?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Myeloperoxidase (MPO)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Proteinase-3 (PR3)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dsDNA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Histone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Topoisomerase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Proteinase-3 (PR3)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c-ANCA targets PR3 (classically GPA); p-ANCA targets MPO (microscopic polyangiitis, EGPA).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tests best track disease activity in lupus nephritis?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ANA titer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Anti-Sm titer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Anti-dsDNA and complement (C3/C4)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Rheumatoid factor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ESR alone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Anti-dsDNA and complement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Anti-dsDNA rises and C3/C4 fall with active lupus (especially nephritis). ANA and anti-Sm titers are not used to follow activity.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is a sensitive SLE screen but common in healthy people — the IFA pattern and reflex antibodies provide specificity.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Anti-dsDNA and anti-Sm are specific for SLE; anti-dsDNA and complement track activity (ANA does not).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c-ANCA/PR3 → GPA; p-ANCA/MPO → microscopic polyangiitis / EGPA.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Antiphospholipid criteria require persistent lupus anticoagulant, anticardiolipin, or anti-β₂-GPI.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autoantibodies for a clinical reason; don’t repeat known-positive ANA to follow disease.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Rifai N, et al. Tietz Textbook of Clinical Chemistry, 6th ed. Elsevier,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Agmon-Levin N, et al. International recommendations for ANA testing. Ann Rheum Dis. 2014.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Bossuyt X, et al. ANCA testing guidelines (EUROIMMUN/consensus).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Miyakis S, et al. Revised classification criteria for antiphospholipid syndrome. J Thromb Haemost. 2006.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Autoimmune Serology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2026-06-28T05:45:22Z</dcterms:created>
  <dcterms:modified xsi:type="dcterms:W3CDTF">2026-06-28T05:45:22Z</dcterms:modified>
</cp:coreProperties>
</file>