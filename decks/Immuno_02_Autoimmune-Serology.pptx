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6A1B9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6A1B9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6A1B9A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·  LECTURE 2 OF 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Serology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Patterns, Specific Autoantibodies, and Complement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sensitive screen — but not specific for any one disease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IIF pattern points toward specific antibodies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C3/C4 tracks active immune-complex disease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serology is a tiered, pattern-based discipline: a sensitive ANA screen, then specific autoantibodies, interpreted with complement and the clinical picture. Misuse drives false alarms and unnecessary referrals.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is a screen, not a diagnosis — specific antibodies and clinical context turn a positive ANA into meaning.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ANA testing by indirect immunofluorescence and the meaning of titer and pattern.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common IIF patterns to specific antibodies.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disease-specific autoantibodies (dsDNA, Smith, SSA/SSB, etc.).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complement (C3/C4, CH50) in autoimmune disease.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ANCA testing in vasculitis.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pitfalls of testing low-probability patients.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screen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IIF, titer, pattern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antibodies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disease associations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activity and monitoring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 &amp; vasculitis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patterns and targets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1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&amp; Specific Antibodies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ANA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Indirect Immunofluorescence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5208" y="1481328"/>
            <a:ext cx="10241280" cy="4261104"/>
          </a:xfrm>
          <a:prstGeom prst="roundRect">
            <a:avLst>
              <a:gd name="adj" fmla="val 193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immuno_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1609344"/>
            <a:ext cx="9985248" cy="4005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15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The IIF pattern (homogeneous, speckled, centromere, nucleolar) suggests which specific antibodies to pursue.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ANA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TITER AND PATTERN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is reported as a titer and a pattern; higher titers are more likely clinically meaningful.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Low-titer ANA occurs in healthy people, especially with age.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IIF on HEp-2 cells is the reference method.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ANA must be interpreted with symptoms.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9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→ ANTIBODY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→ dsDNA/histone; speckled → SSA/SSB, Sm, RNP.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Centromere → limited systemic sclerosis (CREST).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Nucleolar → systemic sclerosis.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guides the specific antibody panel.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SPECIFIC ANTIBODIES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Autoantibody Associations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28853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dsDNA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 (specific)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 activity/nephritis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Anti-Smith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 (specific)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sensitivity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SSA/SSB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Sjögren, SLE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Neonatal lupus / heart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Scl-70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Diffuse systemic sclerosis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Interstitial lung disease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Centromere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SSc (CREST)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Polymyositis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Antisynthetase syndrome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antibodies refine an ANA-positive result into a disease-level interpretation.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1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&amp; ANCA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COMPLEMENT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Pathways and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4187952"/>
          </a:xfrm>
          <a:prstGeom prst="roundRect">
            <a:avLst>
              <a:gd name="adj" fmla="val 196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immuno_compl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742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CH50 screens the classical pathway; low C3/C4 reflects consumption in active immune-complex disease.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COMPLEMENT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Complement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&amp; CONSUMPTION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C3 and C4 indicate complement consumption — active immune-complex disease (e.g., lupus nephritis flare).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CH50 screens the integrity of the classical pathway.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low/absent CH50 suggests a component deficiency.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complement to monitor disease activity.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9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classical-pathway deficiencies predispose to lupus-like disease; terminal deficiencies to Neisseria infection.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AH50 evaluates the alternative pathway.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acquired consumption from inherited deficiency.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the clinical syndrome.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ANCA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 in Vasculitis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AND TARGETS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c-ANCA → anti-PR3 (granulomatosis with polyangiitis); p-ANCA → anti-MPO (microscopic polyangiitis, EGPA).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IIF screen plus antigen-specific (PR3/MPO) confirmation.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Titers may parallel disease activity.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in the clinical vasculitis context.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9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Atypical p-ANCA occurs in IBD and other conditions — not all ANCA means vasculitis.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Drug-induced ANCA can occur.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serology with biopsy where indicated.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testing without clinical suspicion.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1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 woman with arthralgias, rash, and proteinuria has a high-titer homogeneous ANA, positive dsDNA, and low C3/C4.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unifying interpretation?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Active Lupus Nephritis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High-titer ANA with anti-dsDNA and low complement supports active SLE with renal involvement.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Anti-dsDNA is specific for SLE and tracks nephritis.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C3/C4 reflects complement consumption in a flare.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dsDNA and complement to monitor activity.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triad of anti-dsDNA positivity and low complement signals active, often renal, lupus — and serves as a monitoring tool.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70-year-old has a low-titer speckled ANA found on a screen ordered without specific symptoms.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this be interpreted?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Low-Titer ANA in a Well Patient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Low-titer ANA is common in healthy older adults and is not diagnostic of autoimmune disease.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symptoms, it has low predictive value.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 cascade of specific tests in the absence of clinical features.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Reassure and correlate clinically.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ANA only with a pretest suspicion of connective-tissue disease — indiscriminate testing yields meaningless low-titer positives.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sinusitis, hemoptysis, and acute kidney injury is c-ANCA positive with anti-PR3 antibodies.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serology indicate?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PR3-ANCA Vasculitis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c-ANCA/anti-PR3 with this triad supports granulomatosis with polyangiitis.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Antigen-specific PR3 confirmation strengthens the IIF screen.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biopsy confirms where feasible.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Serology supports diagnosis and monitoring.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c-ANCA/PR3 in an upper-airway + pulmonary-renal syndrome points to GPA; confirm with antigen-specific testing and biopsy.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autoantibody is most specific for SLE and tracks nephritis activity?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Anti-SSA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Anti-dsDNA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ANA (homogeneous)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Anti-centromere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Rheumatoid factor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Anti-dsDNA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Anti-dsDNA is specific for SLE and correlates with disease/renal activity; ANA is sensitive but not specific.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C3 and C4 in an autoimmune flare indicate: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Complement deficiency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Complement consumption in active immune-complex disease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Laboratory error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Hypergammaglobulinemia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Liver synthetic failure exclusively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Consumption in active disease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Immune-complex disease (e.g., lupus nephritis) consumes complement, lowering C3/C4; trending them monitors activity.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centromere ANA pattern is most associated with: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Diffuse systemic sclerosis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Limited systemic sclerosis (CREST)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Polymyositis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Rheumatoid arthritis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Mixed connective tissue disease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Limited systemic sclerosis (CREST)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centromere pattern is characteristic of limited cutaneous systemic sclerosis.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c-ANCA most commonly targets which antigen?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Myeloperoxidase (MPO)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Proteinase 3 (PR3)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dsDNA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Histones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Ro/SSA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Proteinase 3 (PR3)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c-ANCA corresponds to anti-PR3, classically associated with granulomatosis with polyangiitis; p-ANCA corresponds to anti-MPO.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is a sensitive screen reported as titer + pattern; low-titer ANA is common in healthy people — test only with clinical suspicion.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IIF pattern guides specific-antibody testing (homogeneous → dsDNA; centromere → limited SSc; nucleolar → SSc).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antibodies (dsDNA, Sm, SSA/SSB, Scl-70, Jo-1) refine the diagnosis; anti-dsDNA tracks lupus activity.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C3/C4 indicates active immune-complex disease; CH50/AH50 assess pathway integrity and deficiency.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ANCA: c-ANCA/PR3 and p-ANCA/MPO support vasculitis — confirm with antigen-specific testing and biopsy.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Rich RR, et al. Clinical Immunology: Principles and Practice, 5th ed.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Detrick B, et al. Manual of Molecular and Clinical Laboratory Immunology, 8th ed.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ACR/EULAR classification criteria for SLE.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Bossuyt X, et al. ANA testing harmonization. Nat Rev Rheumatol.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Autoimmune Serology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2026-06-28T07:02:53Z</dcterms:created>
  <dcterms:modified xsi:type="dcterms:W3CDTF">2026-06-28T07:02:53Z</dcterms:modified>
</cp:coreProperties>
</file>