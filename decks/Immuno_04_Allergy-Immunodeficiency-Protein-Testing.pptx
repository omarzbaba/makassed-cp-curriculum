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4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Allergy, Immunodeficiency &amp; Protein-Based Immune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Immunoglobulins, Specific IgE, Complement, and Targeted Workups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immunoglobulins anchor the immunodeficiency workup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IgE and tryptase support allergy diagnosis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C3/C4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reveals consumption and deficiency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area ties together the protein-based immune tests residents interpret in consultation: immunoglobulins, specific IgE and tryptase, complement, and the targeted immunodeficiency workup.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immunoglobulins plus a suggestive SPEP can be the first laboratory clue to a primary or secondary immunodeficiency.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quantitative immunoglobulins.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SPEP with immune findings.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specific IgE and tryptase testing.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complement (C3, C4, CH50) results.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a targeted immunodeficiency workup.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vaccine-response testing appropriately.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Immunoglobulins &amp; SPEP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quantitation and correlation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specific IgE, tryptase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consumption and deficiency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Immunodeficiency workup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targeted approach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Immunoglobulins, Allergy &amp; Complement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IMMUNOGLOBULINS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Ig and SPEP Correlation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IMMUNOGLOBULINS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IgG, IgA, IgM (and IgE) to assess humoral immunity.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IgG (± IgA/IgM): primary (e.g., CVID) or secondary (myeloma, protein loss, drugs) immunodeficiency.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IgA deficiency is the commonest primary immunodeficiency — relevant to transfusion (anti-IgA).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Polyclonal increase suggests chronic infection/inflammation/liver disease.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CORRELATION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on SPEP may signal immunodeficiency or light-chain myeloma.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monoclonal spike points to a clonal process (see Chemistry lecture).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SPEP/IFE with quantitative Ig and free light chains.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Protein-losing states lower albumin and immunoglobulins together.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ALLERGY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IgE and Tryptase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IGE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Allergen-specific IgE supports (does not alone diagnose) IgE-mediated allergy.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Sensitization (positive IgE) is not the same as clinical allergy — correlate with history.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IgE is elevated in atopy, parasitic infection, and some immunodeficiencies.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Component-resolved testing refines risk for some allergens.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TRYPTASE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tryptase rises in anaphylaxis (mast-cell activation) — draw during/after the event and compare to baseline.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elevated baseline tryptase suggests mastocytosis.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Supports, with clinical criteria, the diagnosis of anaphylaxis.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of the draw is critical.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COMPLEMENT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Complement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3877056"/>
          </a:xfrm>
          <a:prstGeom prst="roundRect">
            <a:avLst>
              <a:gd name="adj" fmla="val 212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immuno_comp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6210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4315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Three activation pathways converge on C3 and the membrane attack complex; consumption lowers C3/C4.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&amp; Immunodeficiency Workup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COMPLEMENT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Complement Tests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C3, C4, CH50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 and/or C4 indicate consumption (e.g., active SLE, immune-complex disease) or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CH50 screens the classical pathway; a near-zero CH50 suggests a component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AH50 screens the alternative pathway.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complement with disease activity in lupus.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DEFICIENCY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complement (C5–C9) deficiency predisposes to recurrent Neisseria infections.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Early-component deficiencies associate with lupus-like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inhibitor deficiency causes hereditary angioedema (low C4).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suspected deficiencies with functional and component assays.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WORKUP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Immunodeficiency Workup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APPROACH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quantitative immunoglobulins and a CBC with differential.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specific antibody responses to vaccines (pneumococcal, tetanus) — the key functional test of humoral immunity.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complement (CH50/AH50) and, if indicated, lymphocyte subsets/function.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workup to the infection pattern (encapsulated bacteria, opportunists, etc.).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VACCINE-RESPONSE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baseline then post-vaccination titers (e.g., pneumococcal polysaccharide) to assess functional antibody production.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 response supports a specific antibody deficiency even when total Ig is normal.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age-appropriate references.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definitive immunologic evaluation when indicated.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recurrent sinopulmonary infections has low IgG and low IgA, a normal CBC, and a poor antibody response to pneumococcal vaccination.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category of disorder is this, and what test confirmed the functional defect?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Humoral Immunodeficiency (e.g., CVID)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IgG/IgA with recurrent encapsulated-organism infections suggests a primary humoral immunodeficiency such as CVID.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poor vaccine (pneumococcal) response demonstrates a FUNCTIONAL antibody defect.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secondary causes (protein loss, drugs, malignancy).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immunology; some patients benefit from immunoglobulin replacement.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Ig screens; vaccine-response titers test FUNCTION — both are needed to characterize humoral immunodeficiency.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adult presents with a second episode of Neisseria meningitidis infection. Screening shows a markedly low CH50.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deficiency is suggested, and what does the low CH50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Terminal Complement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Neisseria infections suggest terminal complement (C5–C9 / MAC) deficiency.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low CH50 indicates an absent or non-functional classical-pathway terminal component.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individual component 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Vaccinate against Neisseria and counsel the patient/family.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neisserial infection + very low CH50 → evaluate for terminal complement deficiency and vaccinate against meningococcus.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test best assesses FUNCTIONAL humoral immunity?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IgG level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Specific antibody response to vaccination (e.g., pneumococcal)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Complement C3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Total IgE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Vaccine response titers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Post-vaccination specific antibody titers test the ability to mount a functional response — abnormal even when total immunoglobulins are normal in some deficiencies.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Neisseria infections with a near-absent CH50 most suggest: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Selective IgA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Terminal complement (C5–C9)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CVID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Chronic granulomatous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Hereditary angioedema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Terminal complement deficiency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complement deficiency impairs the membrane attack complex, predisposing to neisserial infection; CH50 (classical pathway) is markedly low.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acutely elevated tryptase that returns toward a normal baseline is most consistent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Mastocytosis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anaphylactic (mast-cell activation) event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Chronic allergy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Complement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Immunodeficiency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Anaphylaxis (mast-cell activation)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transient rise and fall of tryptase around baseline supports acute mast-cell activation (anaphylaxis); a persistently high baseline suggests mastocytosis.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immunoglobulins anchor the humoral workup; vaccine-response titers test FUNCTION.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IgA deficiency is the commonest primary immunodeficiency — and matters for transfusion (anti-IgA).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IgE shows sensitization (not clinical allergy); acute-vs-baseline tryptase supports anaphylaxis.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C3/C4 indicate consumption or deficiency; terminal complement deficiency predisposes to Neisseria; low C4 in hereditary angioedema.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immunodeficiency workup to the infection pattern and refer for definitive evaluation.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Bonilla FA, et al. Practice parameter for the diagnosis of primary immunodeficiency. J Allergy Clin Immunol.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Shoenfeld Y, et al. Autoantibodies, 3rd ed. (reference).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immunology/serology guidance documents.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Allergy, Immunodeficiency &amp; Protein-Based Immune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2026-06-28T05:47:01Z</dcterms:created>
  <dcterms:modified xsi:type="dcterms:W3CDTF">2026-06-28T05:47:01Z</dcterms:modified>
</cp:coreProperties>
</file>