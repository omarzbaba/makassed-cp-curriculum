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3" r:id="rId34"/>
    <p:sldId id="275" r:id="rId21"/>
    <p:sldId id="282" r:id="rId33"/>
    <p:sldId id="276" r:id="rId22"/>
    <p:sldId id="281" r:id="rId32"/>
    <p:sldId id="277" r:id="rId23"/>
    <p:sldId id="280" r:id="rId31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6A1B9A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6A1B9A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6A1B9A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·  LECTURE 4 OF 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Allergy, Immunodeficiency &amp; Protein Testing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IgE Testing, Tiered Immune Workup, and Immunoglobulin Evaluation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Sensitization is not the same as clinical allergy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Immunodeficiency is worked up in steps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immunoglobulins anchor the protein workup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lecture brings together allergy testing, the tiered evaluation of suspected immunodeficiency, and immunoglobulin/protein assessment — areas where interpretation depends heavily on pairing the laboratory result with the clinical history. Protein electrophoresis interpretation follows the department’s teaching (D. Keren).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Allergy and immunodeficiency tests are only meaningful alongside the clinical phenotype — the lab result is half the answer.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total IgE and allergen-specific IgE.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sensitization from clinical allergy.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 tiered workup for suspected immunodeficiency.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quantitative immunoglobulins and functional antibody responses.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protein electrophoresis to immunoglobulin evaluation.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complement and lymphocyte testing appropriately.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Allergy testing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total vs specific IgE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Sensitization vs allergy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interpretation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Immunodeficiency tiers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screen → function → advanced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Immunoglobulins &amp; protein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quant Ig, SPEP/IFE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Allergy Testing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ALLERGY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IgE vs Allergen-Specific IgE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768" y="1481328"/>
            <a:ext cx="10424160" cy="4343400"/>
          </a:xfrm>
          <a:prstGeom prst="roundRect">
            <a:avLst>
              <a:gd name="adj" fmla="val 189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immuno_aller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784" y="1609344"/>
            <a:ext cx="10168128" cy="4087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Specific IgE plus a matching clinical history confirms sensitization; total IgE is non-specific.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ALLERGY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IgE Results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VS SPECIFIC IGE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IgE is non-specific — elevated in atopy, parasites, and some immunodeficiencies (hyper-IgE).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Allergen-specific IgE (sIgE) quantifies IgE to a defined allergen.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Component-resolved testing refines cross-reactivity.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 complements, not replaces, skin testing and history.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9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SENSITIZATION ≠ ALLERGY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sIgE indicates sensitization, which is clinically meaningful only with a matching history.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Asymptomatic sensitization is common.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sIgE levels raise the probability of clinical allergy.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panels in the clinical context to avoid over-diagnosis.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Immunodeficiency &amp; Protein Testing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IMMUNODEFICIENCY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Workup of Suspected Immunodeficiency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5208" y="1481328"/>
            <a:ext cx="10241280" cy="4325112"/>
          </a:xfrm>
          <a:prstGeom prst="roundRect">
            <a:avLst>
              <a:gd name="adj" fmla="val 190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immuno_i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224" y="1609344"/>
            <a:ext cx="9985248" cy="4069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7959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Screen (CBC, quantitative Ig, HIV) → function (vaccine response, subsets, complement) → advanced/genetic.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IMMUNODEFICIENCY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Up the Immune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AND FUNCTION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CBC/differential, quantitative immunoglobulins, and HIV.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function with vaccine-response (antibody) titers.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 subsets (flow cytometry) evaluate cellular immunity.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 (CH50/AH50) for suspected complement defects.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9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ESCALATE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Recurrent, severe, or unusual infections warrant a structured workup.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functional and genetic testing for confirmed defects.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to clinical immunology for management.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in the context of age and infection pattern.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PROTEIN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Immunoglobulins &amp; Electrophoresis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IG &amp; SPEP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IgG/IgA/IgM define hypo- or hypergammaglobulinemia.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SPEP shows a polyclonal rise (infection/inflammation) vs a monoclonal spike.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Hypogammaglobulinemia may signal antibody deficiency or light-chain disease.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discrete spike → reflex immunofixation.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9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IFE &amp; FREE LIGHT CHAINS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Immunofixation types a monoclonal protein; serum free light chains detect light-chain-only disease.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SPEP/IFE/FLC together (department teaching, D. Keren).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CVID-type deficiency from clonal disease.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for monitoring.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child with no symptoms on exposure has a positive specific IgE to peanut on a broad panel ordered by a worried parent.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this isolated positive sIgE be interpreted?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Sensitization Without Allergy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sIgE without a clinical reaction indicates sensitization, not necessarily clinical allergy.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untargeted panels generate clinically irrelevant positives.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requires a matching history (± supervised challenge).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unnecessary dietary restriction based on sIgE alone.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specific IgE based on a clinical history — indiscriminate panels detect sensitization that may never cause symptoms.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adult with recurrent sinopulmonary infections has low IgG, IgA, and IgM and poor response to vaccination.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category of disorder does this suggest, and what next steps?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Antibody Deficiency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Pan-hypogammaglobulinemia with impaired vaccine responses suggests a primary antibody deficiency (e.g., CVID).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functional antibody testing and exclude secondary causes.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 subsets and referral to immunology guide management.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 immunoglobulin may be indicated.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immunoglobulins plus poor vaccine responses define a functional antibody deficiency — functional testing, not just levels, makes the diagnosis.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older adult has hypogammaglobulinemia on SPEP but a high serum free κ with an abnormal κ/λ ratio.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reconcile low gamma globulins with a clonal light-chain finding?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Light-Chain Clone vs Deficiency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clonal plasma-cell process can secrete free light chains while suppressing normal immunoglobulin (immunoparesis).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SPEP may show low gamma without an obvious spike; free light chains reveal the clone.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Immunofixation and the FLC ratio clarify the picture.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for hematologic evaluation.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Hypogammaglobulinemia does not exclude clonal disease — the free light-chain ratio uncovers light-chain-only clones with immunoparesis.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allergen-specific IgE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Definite clinical allergy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Sensitization, meaningful only with a matching history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Immunodeficiency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Active infection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Past infection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initial functional test of humoral immunity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Total IgE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Vaccine (antibody) response titers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CH50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Lymphocyte subsets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SPEP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SPEP, a broad-based increase in the gamma region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Monoclonal gammopathy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Polyclonal increase (infection/inflammation/liver disease)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Hypogammaglobulinemia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Nephrotic syndrome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Light-chain disease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elevated total IgE is LEAST specific for which of the following?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Atopy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Parasitic infection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single defined food allergy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Some immunodeficiencies (hyper-IgE)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Allergic conditions generally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IgE is non-specific; allergen-specific IgE shows sensitization — clinical allergy requires a matching history.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broad untargeted IgE panels: they detect clinically irrelevant sensitization.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up immunodeficiency in tiers: screen (CBC, quantitative Ig, HIV) → function (vaccine response, subsets, complement) → advanced/genetic.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immunoglobulins plus functional antibody testing diagnose antibody deficiency — levels alone are insufficient.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SPEP/IFE/free light chains together; hypogammaglobulinemia does not exclude clonal light-chain disease.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Rich RR, et al. Clinical Immunology: Principles and Practice, 5th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Keren DF. Protein Electrophoresis in Clinical Diagnosis (department teaching reference).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Bonilla FA, et al. Practice parameter for primary immunodeficiency. J Allergy Clin Immunol.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Detrick B, et al. Manual of Molecular and Clinical Laboratory Immunology, 8th ed.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elevated total IgE is LEAST specific for which of the following?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Atopy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Parasitic infection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single defined food allergy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Some immunodeficiencies (hyper-IgE)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Allergic conditions generally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A single defined food allergy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IgE is non-specific; identifying a specific allergy requires allergen-specific IgE and clinical correlation.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SPEP, a broad-based increase in the gamma region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Monoclonal gammopathy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Polyclonal increase (infection/inflammation/liver disease)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Hypogammaglobulinemia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Nephrotic syndrome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Light-chain disease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Polyclonal increase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broad gamma rise reflects polyclonal immunoglobulin from infection, inflammation, or liver disease; a discrete spike suggests monoclonality.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initial functional test of humoral immunity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Total IgE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Vaccine (antibody) response titers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CH50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Lymphocyte subsets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SPEP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Vaccine response titers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Pre/post-vaccine antibody titers assess the ability to mount a protective humoral response.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allergen-specific IgE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Definite clinical allergy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Sensitization, meaningful only with a matching history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Immunodeficiency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Active infection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Past infection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Sensitization, needs history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IgE shows sensitization; clinical allergy requires a corresponding reaction history.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Allergy, Immunodeficiency &amp; Protein Testing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2026-06-28T07:02:53Z</dcterms:created>
  <dcterms:modified xsi:type="dcterms:W3CDTF">2026-06-28T07:02:53Z</dcterms:modified>
</cp:coreProperties>
</file>