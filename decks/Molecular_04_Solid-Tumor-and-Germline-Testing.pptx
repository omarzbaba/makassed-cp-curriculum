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00838F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00838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00838F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00838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·  LECTURE 4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Tumor &amp; Germline Testing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Diagnostics, Tumor Profiling, and Hereditary Risk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Biomarkers match patients to targeted therapy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Somatic≠germline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findings can reveal inherited risk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 testing carries family implications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Solid-tumor molecular testing pairs patients with targeted and immunotherapies, while germline testing addresses heritable cancer risk. The two intersect when tumor sequencing uncovers a possible inherited variant.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Somatic profiling guides therapy; germline testing guides inherited risk — and a tumor result can cross into germline territory.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companion diagnostics and predictive biomarkers.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common solid-tumor markers (e.g., EGFR, KRAS, BRAF, ALK, MSI/TMB).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somatic from germline findings.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liquid biopsy (cfDNA) uses and limits.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consent and counseling needs for germline testing.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incidental germline findings from tumor testing.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diagnostics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predictive biomarkers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markers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targetable alterations, MSI/TMB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Somatic vs germline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VAF and confirmation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 biopsy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cfDNA uses/limits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Diagnostics &amp; Tumor Markers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COMPANION DX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Patients to Therapy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BIOMARKERS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diagnostics identify patients likely to respond to a specific therapy.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(response) vs prognostic (outcome) markers differ.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markers indicate resistance (e.g., KRAS for anti-EGFR).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must match the approved assay/context.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EGFR (lung) → EGFR inhibitors; ALK/ROS1 fusions → targeted agents.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BRAF V600E → BRAF/MEK inhibitors.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 amplification → anti-HER2 therapy.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KRAS/NRAS mutation → anti-EGFR resistance in colorectal cancer.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IMMUNOTHERAPY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MSI, MMR &amp; Tumor Mutational Burden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MSI / MMR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Microsatellite instability / mismatch-repair deficiency predicts immunotherapy response.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screens for Lynch syndrome — a germline link.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by PCR (MSI), IHC (MMR proteins), or NGS.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MMR may prompt germline evaluation.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MUTATIONAL BURDEN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TMB can predict immunotherapy benefit in some contexts.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Assay and threshold dependent.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with tumor type and other markers.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of broader genomic profiling.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CYTOGENETICS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Number and Structural Methods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768" y="1481328"/>
            <a:ext cx="10424160" cy="4507992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mol_cy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784" y="1609344"/>
            <a:ext cx="10168128" cy="4251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06247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Microarray (copy number/LOH) and FISH (amplification/fusion) complement sequencing in solid tumors.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Somatic vs Germline &amp; Liquid Biopsy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SOMATIC vs GERMLINE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Distinguishing Somatic from Germline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768" y="1481328"/>
            <a:ext cx="10424160" cy="4343400"/>
          </a:xfrm>
          <a:prstGeom prst="roundRect">
            <a:avLst>
              <a:gd name="adj" fmla="val 189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mol_germ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784" y="1609344"/>
            <a:ext cx="10168128" cy="4087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Sample type, VAF, and clinical use differ; a ~50% VAF in a relevant gene should prompt germline confirmation.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GERMLINE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Hereditary Risk &amp; Consent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GERMLINE MATTERS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Hereditary syndromes (e.g., BRCA1/2, Lynch) carry risk for the patient and relatives.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 results inform screening and prevention.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informed consent and genetic counseling.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reporting from somatic findings.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GERMLINE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Tumor-only testing can incidentally suggest a germline variant (high VAF in a predisposition gene).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in normal tissue before attributing inheritance.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 for counseling.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a policy for secondary findings.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LIQUID BIOPSY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Circulating Tumor DNA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cfDNA can detect actionable mutations when tissue is insufficient.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monitoring response and resistance.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Minimally invasive, repeatable.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some resistance mutations early.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sensitivity than tissue — a negative result does not exclude a mutation.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Clonal hematopoiesis can confound interpretation.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tumor shedding reduces yield.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key results when feasible.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metastatic colorectal cancer is KRAS-mutated.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predict about anti-EGFR therapy?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KRAS and Anti-EGFR Resistance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KRAS (or NRAS) mutation predicts resistance to anti-EGFR antibody therapy in colorectal cancer.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negative predictive biomarker.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prevents ineffective, costly treatment.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alternative therapy choices.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biomarkers can indicate resistance: KRAS/NRAS mutation tells you anti-EGFR therapy will not work.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profiling in a young patient shows MMR deficiency; MSI-high is confirmed.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two implications follow?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MSI-High / MMR Deficiency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MSI-high/MMR-deficient tumors may respond to immunotherapy and may signal Lynch syndrome.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links a somatic finding to possible germline risk.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 for germline evaluation and counseling.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therapeutic and hereditary implications apply.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MSI-high/MMR-deficient results carry dual meaning — immunotherapy responsiveness and a prompt to evaluate for Lynch syndrome.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cfDNA (liquid biopsy) panel is negative in a patient with a small-volume tumor, but suspicion of a targetable mutation remains.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the negative result be interpreted?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Negative Liquid Biopsy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cfDNA result does not exclude a mutation — low tumor shedding reduces sensitivity.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testing may be needed for confirmation.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tumor burden and shedding.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the clinical picture.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 biopsy is specific but less sensitive — a negative cfDNA result should be confirmed on tissue when suspicion is high.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KRAS mutation in colorectal cancer is a: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Positive predictive marker for anti-EGFR therapy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Negative predictive marker (resistance) for anti-EGFR therapy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Germline-only finding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Marker of MSI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Prognostic marker only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Resistance to anti-EGFR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KRAS/NRAS mutations predict lack of response to anti-EGFR antibodies in colorectal cancer.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MSI-high status in a tumor may indicate both immunotherapy responsiveness and: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Resistance to all therapy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Possible Lynch syndrome (germline)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 benign tumor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Low TMB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 balanced translocation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Possible Lynch syndrome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MMR deficiency/MSI-high can reflect germline Lynch syndrome and predicts response to immune checkpoint inhibitors.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tumor variant at ~50% VAF in BRCA1 should prompt: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Reporting as somatic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Germline confirmation with consent and counseling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 action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Immediate diagnosis of hereditary cancer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Repeat tumor testing only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Germline confirmation/counseling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~50% VAF in a predisposition gene may be germline; confirm in normal tissue with appropriate consent and counseling.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 limitation of cfDNA (liquid biopsy) testing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It is more sensitive than tissue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negative result does not exclude a mutation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It cannot detect any mutations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It requires surgery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It detects only germline variants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Negative does not exclude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tumor shedding limits sensitivity; negative cfDNA results may require tissue confirmation.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diagnostics match patients to targeted therapy; some markers (KRAS/NRAS) predict resistance.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high-yield solid-tumor markers (EGFR, ALK/ROS1, BRAF, HER2) and immunotherapy markers (MSI/MMR, TMB).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MSI-high/MMR deficiency predicts immunotherapy response and can signal Lynch syndrome (germline link).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somatic from germline by sample, VAF, and context; a ~50% VAF in a predisposition gene needs germline confirmation and counseling.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 biopsy (cfDNA) is useful but less sensitive — a negative result does not exclude a mutation.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Li MM, et al. AMP/ASCO/CAP somatic variant interpretation. J Mol Diagn. 2017.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NCCN biomarker testing guidance (by tumor type).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Merker JD, et al. Circulating tumor DNA (ASCO/CAP review). J Clin Oncol.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Leonard DGB. Molecular Pathology in Clinical Practice, 2nd ed.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Solid Tumor &amp; Germline Testing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2026-06-28T07:09:05Z</dcterms:created>
  <dcterms:modified xsi:type="dcterms:W3CDTF">2026-06-28T07:09:05Z</dcterms:modified>
</cp:coreProperties>
</file>