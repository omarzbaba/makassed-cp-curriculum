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00838F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00838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00838F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00838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·  LECTURE 4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Tumor &amp; Germline Testing Fundamentals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Diagnostics, Hereditary Cancer, and Tissue Adequacy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CDx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diagnostics pair a test with a specific therapy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fraction and fixation make or break a result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tumor finding can carry hereditary implications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Solid-tumor molecular testing links biomarkers to targeted therapy, while germline testing identifies hereditary risk. Both demand attention to tissue adequacy, the somatic-versus-germline distinction, and clear reporting.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Preanalytics (fixation, tumor content) and the somatic/germline distinction determine whether a solid-tumor result is valid and complete.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companion diagnostics and targeted-therapy markers.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hereditary cancer testing basics.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tissue adequacy and preanalytic concerns.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tumor profiling from germline testing.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liquid biopsy and circulating tumor DNA.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microsatellite instability and tumor mutational burden.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diagnostics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biomarker-to-therapy pairing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&amp; preanalytics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fixation, tumor fraction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&amp; hereditary cancer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somatic vs germline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biopsy &amp; signatures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ctDNA, MSI, TMB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Diagnostics &amp; Tissue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COMPANION DIAGNOSTICS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Pairing Biomarkers with Therapy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companion diagnostic identifies patients likely to benefit (or be harmed by) a specific therapy.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EGFR mutations (lung), BRAF V600E (melanoma/colon), HER2 amplification (breast/gastric), KRAS/NRAS for anti-EGFR eligibility.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(response) vs prognostic (outcome) biomarkers.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may be NGS, PCR, FISH, or IHC depending on the marker.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FOR ACTION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biomarker, method, and therapeutic implication clearly.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negative results that exclude a therapy (e.g., RAS mutation → anti-EGFR unlikely to help).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type changes interpretation of the same variant.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with regulatory-approved CDx where required.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Solid Tumors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3483864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ol_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2278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03834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Tumor NGS depends on adequate tumor fraction and a validated pipeline; report coverage limitations.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PREANALYTICS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Adequacy and Fixation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DEGRADES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tumor fraction lowers sensitivity — a 'negative' may be a sampling problem.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Prolonged or acidic fixation and decalcification fragment nucleic acids.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FFPE introduces artifacts (deamination) — interpret low-level C&gt;T calls cautiously.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Necrotic or scant samples may be insufficient.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and report tumor cellularity; consider macrodissection to enrich tumor.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neutral-buffered formalin with controlled fixation time.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limited tissue across needed studies.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limit of detection and regions not adequately covered.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Germline, Liquid Biopsy &amp; Signatures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GERMLINE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Profiling vs Germline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QUESTIONS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(somatic) testing finds acquired, treatment-relevant variants; germline testing finds inherited risk.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Tumor-only assays cannot definitively distinguish germline from somatic origin.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variant allele fractions or certain genes (e.g., BRCA1/2) raise germline suspicion.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Confirmatory germline testing requires consent and counseling.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HEREDITARY CANCER BASICS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Syndromes: hereditary breast/ovarian (BRCA1/2), Lynch (mismatch repair), Li-Fraumeni (TP53), etc.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a germline variant has implications for the patient and family.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to genetic counseling for germline findings.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primary indication from secondary findings.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SIGNATURES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Biopsy, MSI, and TMB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BIOPSY (CTDNA)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circulating tumor DNA in plasma — useful when tissue is inadequate or for monitoring.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tumor shedding can cause false negatives; a negative does not exclude a mutation.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detecting resistance mutations and tracking response.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Clonal hematopoiesis can confound interpretation.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MSI AND TMB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Microsatellite instability / mismatch-repair deficiency predicts immunotherapy response and flags Lynch syndrome.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mutational burden is an immunotherapy biomarker in some contexts.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PCR (MSI), IHC (MMR proteins), or NGS.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thresholds per validated assay and tumor type.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lung adenocarcinoma NGS panel is reported as 'negative' for actionable variants, but the pathology note records only ~10% tumor cellularity on a small biopsy.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confident are you in the negative result, and what should happen?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Low Tumor Fraction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'negative' result at very low tumor fraction may be a false negative from insufficient tumor input.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the tumor cellularity and the assay’s limit of detection.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macrodissection, a different block, or liquid biopsy.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exclude a targetable mutation on an inadequate sample.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interpret a negative tumor NGS in light of tumor fraction; a low-cellularity 'negative' may need re-testing or ctDNA.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sequencing in a young patient with breast cancer reveals a pathogenic BRCA1 variant at ~50% allele fraction. The clinician asks whether this is hereditary.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allele fraction suggest, and what is the next step?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Possible Germline BRCA1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~50% (heterozygous) allele fraction of a BRCA1 pathogenic variant raises suspicion for a GERMLINE origin.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Tumor-only testing cannot confirm germline status.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confirmatory germline testing with consent and genetic counseling.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germline finding has major implications for the patient and family.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Pathogenic variants in hereditary-cancer genes at heterozygous allele fractions warrant confirmatory germline testing and counseling.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'negative' tumor NGS result on a specimen with 10% tumor cellularity should be interpreted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Definitely no mutation present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Possibly a false negative due to low tumor fraction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Proof of benign disease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 germline result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contamination artifact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Possible false negative (low tumor fraction)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depends on tumor fraction; a low-cellularity sample can miss true variants. Report cellularity/LoD and consider re-testing or ctDNA.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Microsatellite instability / mismatch-repair deficiency is clinically important because it: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Excludes immunotherapy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Predicts immunotherapy response and can flag Lynch syndrome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Is only prognostic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Indicates germline TP53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Has no actionability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Predicts immunotherapy response; flags Lynch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MSI-high/dMMR tumors respond to immune checkpoint inhibitors and may indicate Lynch syndrome, prompting germline evaluation.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limitation of plasma circulating-tumor-DNA (liquid biopsy) testing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It cannot detect any mutations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negative result does not exclude a mutation (low shedding)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It requires dividing cells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It only detects germline variants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It needs a karyotype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Negative doesn’t exclude (low shedding)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Tumors vary in DNA shedding; a negative ctDNA result can be a false negative, and clonal hematopoiesis can confound interpretation.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diagnostics pair a biomarker with a specific therapy; tumor type changes interpretation of the same variant.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fraction, fixation, and FFPE artifacts determine validity — report cellularity and limit of detection.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Tumor-only testing cannot confirm germline status; suspicious findings (e.g., BRCA at heterozygous VAF) need confirmatory germline testing + counseling.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biopsy helps when tissue is inadequate or for monitoring, but a negative does not exclude a mutation.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MSI/dMMR and TMB are immunotherapy biomarkers; MSI can flag Lynch syndrome.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Li MM, et al. AMP/ASCO/CAP somatic variant interpretation standards. J Mol Diagn. 2017.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Lindeman NI, et al. Molecular testing guideline for lung cancer (CAP/IASLC/AMP).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Sepulveda AR, et al. Molecular biomarkers for colorectal cancer (CAP/AMP/ASCP).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NCCN / ACMG hereditary cancer testing guidance.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Solid Tumor &amp; Germline Testing Fundamentals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2026-06-28T05:52:50Z</dcterms:created>
  <dcterms:modified xsi:type="dcterms:W3CDTF">2026-06-28T05:52:50Z</dcterms:modified>
</cp:coreProperties>
</file>