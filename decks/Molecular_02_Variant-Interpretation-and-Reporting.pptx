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84" r:id="rId35"/>
    <p:sldId id="276" r:id="rId22"/>
    <p:sldId id="283" r:id="rId34"/>
    <p:sldId id="277" r:id="rId23"/>
    <p:sldId id="282" r:id="rId33"/>
    <p:sldId id="278" r:id="rId24"/>
    <p:sldId id="281" r:id="rId32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00838F">
              <a:alpha val="14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00838F">
              <a:alpha val="22000"/>
            </a:srgbClr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00838F">
              <a:alpha val="42000"/>
            </a:srgbClr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00838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·  LECTURE 2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Interpretation &amp; Reporting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Frameworks, Evidence, and the Clinical Report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tiers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Pathogenic to benign, with VUS in between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Population, computational, functional, and segregation data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 variants must not be over-interpreted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hardest part of molecular testing is not generating the variant — it is classifying and reporting it. Structured frameworks translate heterogeneous evidence into an actionable, defensible call.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variant’s meaning comes from weighing evidence in a framework — and a VUS is not a positive result.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ACMG/AMP germline classification tiers.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somatic tier system for oncology variants.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population, computational, functional, and segregation evidence.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a variant-allele fraction in context.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uncertainty (VUS) appropriately.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clear, actionable molecular report.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frameworks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germline and somatic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evidence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population, in-silico, functional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VAF &amp; zygosity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reading the numbers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clarity and action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 &amp; Evidence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CLASSIFICATION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Weighing Evidence into a Classification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5208" y="1481328"/>
            <a:ext cx="10241280" cy="4261104"/>
          </a:xfrm>
          <a:prstGeom prst="roundRect">
            <a:avLst>
              <a:gd name="adj" fmla="val 1931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/tmp/cp_work2/art/mol_varia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3224" y="1609344"/>
            <a:ext cx="9985248" cy="40050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1558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Multiple evidence lines combine into a five-tier germline classification (and a parallel somatic tier system).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FRAMEWORKS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vs Somatic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(ACMG/AMP)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tiers: pathogenic, likely pathogenic, VUS, likely benign, benign.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are weighted (very strong → supporting) for and against pathogenicity.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 for the patient and family.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consent and often counseling.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SOMATIC (AMP/ASCO/CAP)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Tiers by clinical actionability: strong, potential, uncertain, benign/likely benign.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therapy, prognosis, and diagnosis.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is tumor type-specific.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from germline interpretation.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EVIDENCE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Evidence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 frequency (a common variant is unlikely pathogenic).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Computational/in-silico predictions (supporting evidence only).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studies (well-established assays carry weight).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Segregation and de novo occurrence in families.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EVIDENCE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 are combined per rules to reach a tier — no single line is usually sufficient.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evidence may yield a VUS.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curated databases and disease-specific knowledge.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Reassess as new evidence emerges.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Numbers &amp; Reporting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VAF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 Allele Fraction &amp; Zygosity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INTERPRETING VAF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heterozygous variants cluster near 50%; homozygous near 100%.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Somatic VAF varies with tumor purity and clonality.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~50% VAF in a cancer gene may signal a germline variant — confirm with normal tissue.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low VAF may be subclonal or artifact.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MATTERS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Adequate depth and quality underlie a reliable call.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Low-coverage regions may need orthogonal confirmation.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 bias and artifacts must be excluded.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critical findings appropriately.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REPORTING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Report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variant (HGVS nomenclature), classification, and clinical significance.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the supporting evidence.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clear, actionable recommendations.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limitations and methodology.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DDF0E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COMMUNICATING VUS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VUS should not drive clinical action as if pathogenic.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uncertainty and possible reclassification.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over- or under-calling.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follow-up where appropriate.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GERMLINE TIERS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ACMG/AMP Classification at a Glance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931920"/>
                <a:gridCol w="4288536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3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3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use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838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Pathogenic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Disease-causing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Likely pathogenic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~≥90% certain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Generally actionable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Uncertain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not act as positive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Likely benign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~≥90% benign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Generally not actionable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disease-causing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actionable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Likely pathogenic/likely benign imply high (not absolute) certainty; VUS requires caution and possible reanalysis.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missense variant is absent from population databases, predicted damaging in silico, and segregates with disease in a family.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these lines of evidence combine?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Building Toward Pathogenic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Rarity, segregation, and (supporting) in-silico evidence together raise the classification toward likely pathogenic/pathogenic.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In-silico prediction is supporting, not standalone.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data would strengthen the call.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framework’s combining rules to assign a tier.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line proves pathogenicity; rarity + segregation + supporting predictions combine per the framework to reach a confident tier.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Tumor sequencing reveals a BRCA variant at ~50% VAF in a young patient.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additional step is essential before counseling about inherited risk?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Possible Germline Finding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~50% VAF in a cancer-predisposition gene may be germline — confirm with a paired normal sample.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confirmation has implications for the patient and relatives.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consent and genetic counseling.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infer inheritance from tumor VAF alone.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Somatic testing can incidentally reveal germline variants — confirm with normal tissue and refer for counseling before acting on inherited risk.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VUS in a relevant gene is reported, and the clinician asks to base management on it.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the laboratory advise?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3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3: Managing a VUS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VUS should not be used to guide management as if pathogenic.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uncertainty and the possibility of reclassification.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 correlation with phenotype and possible reanalysis over time.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irreversible decisions based on a VUS.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VUS is uncertain by definition — it must not drive clinical action; periodic reanalysis may reclassify it later.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variant classified as VUS should be: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Treated as pathogenic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Treated as benign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Not used to drive clinical action; reassessed over time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Ignored entirely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Reported as negative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In-silico (computational) prediction evidence is generally considered: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Definitive on its own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Supporting evidence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Stronger than functional data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Irrelevant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Sufficient for pathogenic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 population frequency for a variant argues that it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Likely pathogenic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Likely benign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VUS by default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Somatic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Untestable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~50% VAF for a variant in a cancer-predisposition gene on tumor testing should prompt: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Immediate germline diagnosis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Confirmation with a paired normal sample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further action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Reporting as benign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Repeat tumor testing only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Germline variants use ACMG/AMP five tiers; somatic variants use AMP/ASCO/CAP actionability tiers — keep the frameworks distinct.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population, computational (supporting only), functional, and segregation evidence per the framework’s rules.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VAF and zygosity in context; a ~50% VAF in a cancer gene may be germline — confirm with normal tissue.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VUS is not a positive result — do not drive management with it; reassess over time.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should state the variant (HGVS), classification, evidence, recommendations, and limitations clearly.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Richards S, et al. ACMG/AMP standards for sequence variant interpretation. Genet Med. 2015.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Li MM, et al. AMP/ASCO/CAP somatic variant interpretation. J Mol Diagn. 2017.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Leonard DGB. Molecular Pathology in Clinical Practice, 2nd 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CAP/AMP reporting guidance.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~50% VAF for a variant in a cancer-predisposition gene on tumor testing should prompt: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Immediate germline diagnosis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Confirmation with a paired normal sample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further action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Reporting as benign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Repeat tumor testing only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Confirm with paired normal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~50% VAF can reflect a germline variant; confirm in normal tissue with consent and counseling before attributing inherited risk.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 population frequency for a variant argues that it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Likely pathogenic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Likely benign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VUS by default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Somatic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Untestable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Likely benign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Variants common in the general population are unlikely to cause rare severe disease (stand-alone/strong benign evidence).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In-silico (computational) prediction evidence is generally considered: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Definitive on its own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Supporting evidence only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Stronger than functional data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Irrelevant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Sufficient for pathogenic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Supporting evidence only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predictions provide supporting evidence; they are not standalone proof of pathogenicity.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variant classified as VUS should be: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Treated as pathogenic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Treated as benign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Not used to drive clinical action; reassessed over time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Ignored entirely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Reported as negative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Not acted on; reassessed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 means uncertain significance; it should not guide management and may be reclassified as evidence accrues.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Variant Interpretation &amp; Reporting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2026-06-28T07:09:05Z</dcterms:created>
  <dcterms:modified xsi:type="dcterms:W3CDTF">2026-06-28T07:09:05Z</dcterms:modified>
</cp:coreProperties>
</file>