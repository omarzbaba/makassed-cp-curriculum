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 &amp; Peripheral Smear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Indices, Analyzer Flags, and Morphologic Correlation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ordered test — and most misread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 exist to trigger a smear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confirms what the analyzer can only suspect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 and smear are the foundation of hematology. Reading them well means understanding the indices, respecting analyzer flags, and correlating numbers with morphology — and recognizing spurious results.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analyzer flags; the smear confirms — the two together, not either alone, make the hematologic diagnosis.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CBC parameters and red-cell indices (MCV, MCH, MCHC, RDW).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differential and absolute counts correctly.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when analyzer flags require a manual smear.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spurious CBC results and their causes.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key red-cell morphologic abnormalities.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CBC and smear into a diagnostic impression.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CBC parameters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indices and differential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when to make a smear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Spurious results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clumps, agglutinins, lipemia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red-cell clues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CBC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CBC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Parameters, Indices &amp; Flags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407408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cb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151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618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Red-cell, white-cell, and platelet parameters — always correlated with the smear.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INDICES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Indices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COLOR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 classifies anemia as micro-, normo-, or macrocytic.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MCH/MCHC reflect hemoglobin content (hypo- vs normochromic).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RDW measures size variation (anisocytosis).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RDW + low MCV suggests iron deficiency over thalassemia trait.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THAT MATTER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ABSOLUTE counts (e.g., absolute neutrophil/lymphocyte) not just percentages.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Reticulocyte count gauges marrow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 tracks with Hb (roughly 3×).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against age- and sex-specific ranges.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SPURIOUS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Spurious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ARTIFACTS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EDTA-induced platelet clumping → pseudothrombocytopenia (confirm on smear/citrate tube).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agglutinins → falsely low RBC, high MCV/MCHC.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Lipemia/icterus/hemolysis interfere with some parameters.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Leukocytosis or NRBCs can skew automated counts.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RESOLVE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smear review resolves most spurious flags.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the sample for cold agglutinins; recollect in citrate for clumping.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WBC for NRBCs when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 an implausible count without review.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Peripheral Smear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Morphology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Specific shapes (schistocytes, spherocytes, target cells, teardrops) point to specific diagnoses.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Morphologic Clues and Their Meaning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Schistocytes (fragments)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Microangiopathy (TTP/HUS, DIC), mechanical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Spherocytes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Hereditary spherocytosis, immune hemolysis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cells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Liver disease, thalassemia, hemoglobinopathy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Teardrop cells (dacrocytes)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Marrow infiltration / myelofibrosis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Bite cells / Heinz bodies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Oxidative hemolysis (G6PD)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Rouleaux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Paraproteinemia / high globulins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characteristic shape can redirect the entire workup — e.g., schistocytes trigger an urgent microangiopathy evaluation.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WHEN TO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for a Manual Smear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TRIGGERS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Blast, immature-granulocyte, or NRBC flags.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scattergrams or impossible indices.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severe cytopenia.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Atypical-lymphocyte flag.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TRIGGERS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anemia, suspected hemolysis, or organomegaly.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acute leukemia (urgent).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needing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between numbers and the patient.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platelet count is very low, but the patient has no bleeding. The smear shows platelet clumps.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 and the fix?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Pseudothrombocytopenia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EDTA-induced platelet clumping caused a spuriously low automated count (pseudothrombocytopenia).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smear reveals clumps — the true count is higher.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Recollect in sodium citrate (or another anticoagulant) and recount.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unnecessary workup or transfusion.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platelet count without bleeding should be confirmed on a smear — clumps mean pseudothrombocytopenia, not true thrombocytopenia.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elderly patient has a low RBC count with an implausibly high MCV and MCHC; results change when the sample is warmed.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artifact is responsible?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Cold Agglutinins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agglutinins clump red cells, causing a falsely low RBC and spuriously high MCV/MCHC.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Warming the sample to 37°C resolves the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MCHC above the physiologic ceiling is a red flag for an artifact.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 warmed redraw.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impossibly high MCHC signals an artifact — cold agglutinins (or lipemia) — warm the sample and reanalyze.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CBC shows pancytopenia; the analyzer flags blasts.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immediate next step?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Blast Flag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with pancytopenia requires an urgent manual smear review.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circulating blasts raises concern for acute leukemia.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 to morphology, flow cytometry, and the clinical team.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matters — some leukemias are emergencies.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is never ignored — it triggers an immediate smear and, if confirmed, an urgent leukemia workup.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favors iron deficiency over thalassemia trait?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Low MCV with normal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Low MCV with high RDW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Normal MCV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MCHC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Target cells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 MCV with high RDW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deficiency typically shows microcytosis with elevated RDW (anisocytosis); thalassemia trait often has a more uniform low MCV with normal RDW.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physiologically impossible MCHC elevation most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True hyperchromia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artifact (cold agglutinins, lipemia)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Thalassemia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Myelofibrosis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 artifact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cells cannot be truly hyperchromic; a very high MCHC indicates an artifact such as cold agglutinins or lipemia.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on the smear should prompt evaluation for: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Microangiopathic hemolysis (TTP/HUS, DIC)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Vitamin B12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Rouleaux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Microangiopathic hemolysis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red cells indicate mechanical/microangiopathic processes requiring urgent assessment.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Pseudothrombocytopenia from EDTA is best confirmed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Repeating in EDTA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Reviewing the smear for clumps and recollecting in citrate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Transfusing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bone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Ignoring it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Smear review + citrate redraw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clumps on the smear confirm the artifact; recollection in citrate yields an accurate count.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red-cell indices together: MCV (size), MCH/MCHC (color), and RDW (variation) — use absolute, not percentage, differential counts.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flags exist to trigger a manual smear; never report implausible counts without review.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spurious results: EDTA platelet clumping (pseudothrombocytopenia), cold agglutinins (high MCHC), lipemia.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red-cell shapes redirect the workup (schistocytes → microangiopathy; spherocytes → hemolysis; teardrops → marrow infiltration).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blast flag or unexplained severe cytopenia is an urgent smear — the analyzer and smear together make the diagnosis.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Bain BJ. A Beginner’s Guide to Blood Cells / Blood Cells: A Practical Guide,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H20: Reference Leukocyte Differential Count.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Bain BJ. Diagnosis from the blood smear. N Engl J Med.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CBC &amp; Peripheral Smear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