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455A6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455A64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455A64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455A6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MANAGEMENT  ·  LECTURE 1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 Systems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QC, Quality Indicators, and a Culture of Improvement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control detects error before it reaches patients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vs systematic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error points to the fix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a managed system, not an event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management system turns good intentions into reliable results: defined processes, statistical quality control, monitored indicators, and a culture that surfaces and fixes problems.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catches error statistically; a quality management system prevents it organizationally.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elements of a laboratory quality management system.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Levey-Jennings charts and Westgard rules.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random from systematic error.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quality indicators across the total testing process.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continuous-improvement methods (PDCA, root-cause thinking).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QC practice to patient safety.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elements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the quality system essentials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QC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Levey-Jennings &amp; Westgard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random vs systematic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&amp; improvement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monitoring and PDCA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System &amp; Statistical QC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QMS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Quality System Includes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ELEMENTS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Documents/records, equipment, personnel competency, process control, and occurrence management.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and quality assurance across all phases.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SOPs and a document-control system.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and continual improvement.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VS QA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monitors the analytic process in real time; QA evaluates the whole system over time.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QC: control materials, rules, corrective action.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QA: indicators, audits, proficiency testing.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feed continuous improvement.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STATISTICAL QC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Levey-Jennings Charts &amp; Westgard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2328" y="1481328"/>
            <a:ext cx="10607040" cy="4416552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lab_westg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344" y="1609344"/>
            <a:ext cx="10351008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97103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Control values are plotted against mean ± SD; multirules flag rejectable random and systematic error.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STATISTICAL QC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Control Chart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LEVEY-JENNINGS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control results against the mean and standard-deviation limits over time.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drift, shift, and scatter.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mean/SD from a stable control period.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releasing patient results.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WESTGARD MULTIRULES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1_3s and R_4s flag random error; 2_2s, 4_1s, and 10x flag systematic error.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1_2s is a warning, not an automatic rejection.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Multirules balance error detection and false rejection.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each rule to a corrective-action pathway.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Types, Indicators &amp; Improvement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ERROR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vs Systematic 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ERROR (IMPRECISION)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around the mean — detected by rules like 1_3s and R_4s.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 bubbles, pipetting variation, instability.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Worsens reproducibility.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source of variability.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ERROR (BIAS)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shift or trend away from the mean — detected by 2_2s, 4_1s, 10x.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 calibration drift, reagent lot change, deterioration.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accuracy in one direction.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/ investigate reagents.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INDICATORS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Across the Total Testing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2328" y="1481328"/>
            <a:ext cx="10607040" cy="4498848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lab_t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344" y="1609344"/>
            <a:ext cx="10351008" cy="4242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053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Quality indicators must span pre-analytic, analytic, and post-analytic phases — not just the bench.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IMPROVEMENT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Continuous Improvement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INDICATORS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measurable metrics across all phases (e.g., specimen rejection, TAT, critical-value reporting, amended reports).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targets and monitor trends.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internally and externally.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data, not anecdote, to drive change.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 CYCLE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Plan-Do-Check-Act structures iterative improvement.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root-cause analysis for problems.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staff in identifying issues.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and verify effectiveness.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reagent lot change, controls drift to consistently higher values, triggering a 4_1s and then a 10x rule.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error is this, and what is the likely cause?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Systematic Shift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one-directional shift indicates systematic error (bias), here following a reagent lot change.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4_1s and 10x are systematic-error rules.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calibration and the new lot; recalibrate as needed.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reporting until resolved.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Systematic-error rules (2_2s, 4_1s, 10x) point to bias — look at calibration, reagent lots, and instrument drift.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control value falls beyond +3 SD with no trend; the next run is in control.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rule applies and what error type is suggested?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Random Error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point beyond ±3 SD violates 1_3s, suggesting random error.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causes: a bubble, pipetting error, or transient instability.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Investigate, repeat, and document.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isolated and resolved, controlled results can resume.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1_3s and R_4s flag random error (imprecision) — often a one-off; investigate and repeat before releasing results.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specimen-rejection rate rises sharply on one inpatient unit.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a quality program respond?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A Pre-Analytic Indicator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rising rejection rate is a pre-analytic quality signal warranting investigation.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root-cause analysis (collection technique, labeling, training).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PDCA improvement cycle and re-measure.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are pre-analytic — quality must reach beyond the bench.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indicators across the total testing process catch pre-analytic problems that pure analytic QC would miss.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1_3s Westgard rule violation most suggests: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Systematic error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Random error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Calibration bias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Reagent deterioration trend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 warning only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Random error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point beyond ±3 SD indicates random error (imprecision); systematic rules involve consecutive directional violations.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10x rule (ten consecutive points on one side of the mean) indicates: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Random error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Systematic error (shift/bias)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Acceptable performance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 warning to ignore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Improved precision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Systematic error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of points on one side reflects a shift/bias, often from calibration or reagent changes.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laboratory errors occur in which phase?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Analytic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Pre-analytic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Post-analytic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Calibration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Maintenance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Pre-analytic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errors arise pre-analytically (ordering, collection, transport), so quality systems must extend beyond the bench.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1_2s rule is best used as: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 automatic rejection rule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warning rule prompting inspection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systematic-error rule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 calibration rule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 proficiency-testing rule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 warning rule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1_2s is a warning that triggers review of other rules; it is not an automatic rejection by itself.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QMS spans documents, equipment, personnel, process control, and occurrence management — QC is one part of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Levey-Jennings charts plus Westgard multirules detect error; 1_3s/R_4s flag random, 2_2s/4_1s/10x flag systematic.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random error (imprecision) from systematic error (bias) to target the correct fix.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quality indicators across the total testing process — most errors are pre- and post-analytic.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PDCA and root-cause analysis to drive continuous improvement and verify effectiveness.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Westgard JO. Basic QC Practices, 4th ed.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CLSI C24: Statistical Quality Control for Quantitative Measurement Procedures.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CLSI QMS01: A Quality Management System Model.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Plebani M. Errors in the total testing process. Clin Chem Lab Med.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Management Systems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2026-06-28T07:13:50Z</dcterms:created>
  <dcterms:modified xsi:type="dcterms:W3CDTF">2026-06-28T07:13:50Z</dcterms:modified>
</cp:coreProperties>
</file>