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4" r:id="rId35"/>
    <p:sldId id="276" r:id="rId22"/>
    <p:sldId id="283" r:id="rId34"/>
    <p:sldId id="277" r:id="rId23"/>
    <p:sldId id="282" r:id="rId33"/>
    <p:sldId id="278" r:id="rId24"/>
    <p:sldId id="281" r:id="rId32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2E7D32">
              <a:alpha val="14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2E7D32">
              <a:alpha val="22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2E7D32">
              <a:alpha val="42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·  LECTURE 4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Diagnostics &amp; Molecular Microbiology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Syndromic Panels, NAAT, and Antigen Testing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panels deliver answers in 1–2 hours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Syndromic testing detects many targets at once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is not always the same as disease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antigen and molecular methods compress diagnosis from days to hours, but they shift the interpretive burden: detecting nucleic acid is not the same as proving active, causative infection.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is only better when paired with stewardship and interpretation — a positive NAAT must be read in clinical context.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antigen, NAAT, and syndromic panel methods.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speed/throughput/cost trade-offs of rapid testing.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detection vs colonization vs disease.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cycle-threshold and qualitative-vs-quantitative concepts.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stewardship value and risks of syndromic panels.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rapid diagnostics appropriately within testing algorithms.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antigen, NAAT, syndromic panels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vs interpretation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trade-offs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vs disease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colonization, shedding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Stewardship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using panels wisely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5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8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&amp; Molecular Methods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SYNDROMIC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Syndromic Panels Fit the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3768" y="1481328"/>
            <a:ext cx="1042416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/tmp/cp_work2/art/micro_syndro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784" y="1609344"/>
            <a:ext cx="10168128" cy="40416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85216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Multiplex panels detect many pathogens from one specimen, compressing time-to-result.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TURNAROUND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Result Across Methods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6648" y="1481328"/>
            <a:ext cx="1005840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/tmp/cp_work2/art/micro_t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664" y="1609344"/>
            <a:ext cx="9802368" cy="3767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5778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Molecular and MALDI methods dramatically shorten the path to organism and resistance identification.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METHODS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Antigen, NAAT &amp; Multiplex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 TESTS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microbial antigen rapidly (e.g., influenza, RSV, Strep A, Legionella/pneumococcal urine).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simple but generally less sensitive than NAAT.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antigen test may need molecular confirmation.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point-of-care triage.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9F3E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NAAT &amp; SYNDROMIC PANELS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NAAT amplifies nucleic acid — high sensitivity and specificity.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Syndromic panels test many targets at once (respiratory, GI, meningitis/encephalitis, blood).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 ~1–2 hours.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cost; require thoughtful use.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5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8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&amp; Stewardship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INTERPRETATION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Is Not Always Disease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COLONIZATION &amp; SHEDDING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NAAT can detect colonizing or shed nucleic acid that is not causing current disease.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shedding can yield positives after recovery.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difficile NAAT detects the gene, not necessarily active disease — correlate with symptoms.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 panels may detect incidental co-targets.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9F3E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THRESHOLD (CT)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inversely reflects target quantity but is NOT a standardized viral load.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Pre-analytic and assay factors affect Ct.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qualitative results unless a validated quantitative assay is used.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with the clinical picture.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STEWARDSHIP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Panels Wisely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pathogen and resistance-marker detection enables earlier targeted therapy and de-escalation.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Blood-culture ID panels report organism + key resistance genes quickly.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shorten unnecessary antibiotics and isolation.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outbreak detection.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9F3E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Over-testing, incidental detections, and cost can drive unnecessary treatment.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Genotype may not capture all phenotypic resistance.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culture/AST when needed.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panels with stewardship guidance.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ALGORITHMS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Placing Rapid Tests in Algorithms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AND REFLEX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rapid tests where speed changes management (sepsis, meningitis, respiratory season).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from screen to confirmatory test when indicated.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who can order high-cost panels.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with empiric-therapy pathways.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9F3E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TO REMEMBER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panel only detects its designed targets — a negative panel does not exclude an off-panel pathogen.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still needed for full AST and novel resistance.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Pre-analytic quality still governs accuracy.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interpretation for the team.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5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8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C. difficile NAAT is positive in a patient on laxatives with formed stools and no leukocytosis.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positive NAAT establish C. difficile infection?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NAAT-Positive C. difficile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NAAT detects the toxin gene, indicating carriage — not necessarily active disease.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patient with formed stool and no clinical signs, this likely reflects colonization.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should be limited to patients with clinically significant diarrhea.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with symptoms; consider toxin EIA in algorithms.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test for C. difficile in patients with unexplained, clinically significant diarrhea — a positive NAAT in a colonized patient causes overtreatment.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rapid influenza antigen test is negative during peak season in a symptomatic patient.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this negative result be interpreted and managed?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Negative Antigen in High Prevalence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 tests are less sensitive than NAAT; a negative result during high prevalence has a meaningful false-negative rate.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influenza NAAT when the result will change management.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Pretest probability is high in peak season.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exclude influenza on a single negative antigen test.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high-prevalence settings, confirm a negative rapid antigen test with NAAT — sensitivity limits make a single negative unreliable.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blood-culture molecular panel reports an organism plus a mecA gene within an hour of positivity.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this change management compared with waiting for culture-based AST?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CASE 3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Rapid Blood-Culture Panel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organism + resistance-marker detection enables earlier appropriate therapy (e.g., recognizing methicillin resistance) and de-escalation.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culture-based AST for full susceptibility.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results with stewardship guidance.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 can improve outcomes in bacteremia.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blood-culture panels accelerate both escalation and de-escalation — but culture-based AST still confirms the full susceptibility profile.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interpretive caution with a positive C. difficile NAAT is that it: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Is highly insensitive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Detects the toxin gene and may reflect colonization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Cannot detect toxigenic strains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Requires culture confirmation always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Is quantitative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with NAAT, rapid antigen tests are generally: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More sensitive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Less sensitive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Equally sensitive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Quantitative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Slower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limitation of any syndromic molecular panel is that it: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Detects only its designed targets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Always overcalls disease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Cannot detect resistance genes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Replaces culture entirely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Provides full AST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threshold (Ct) values should be interpreted as: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 standardized viral load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Inversely related to target amount but not a standardized quantitation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Directly proportional to target amount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Irrelevant to target quantity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 susceptibility measure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 tests are fast but less sensitive; NAAT and syndromic panels are highly sensitive and quick (~1–2 h) but costlier.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≠ disease: account for colonization and shedding (e.g., C. difficile NAAT) and correlate clinically.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inversely reflects target amount but is not a standardized viral load.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blood-culture panels speed targeted therapy and de-escalation; confirm with culture-based AST.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rapid tests in stewardship-aligned algorithms; a negative panel does not exclude off-panel pathogens.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Carroll KC, et al. Manual of Clinical Microbiology, 12th ed. ASM Press.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IDSA C. difficile clinical practice guidelines.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Ramanan P, et al. Syndromic panel-based testing. Clin Microbiol Rev.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CLSI molecular methods guidance.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threshold (Ct) values should be interpreted as: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 standardized viral load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Inversely related to target amount but not a standardized quantitation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Directly proportional to target amount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Irrelevant to target quantity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 susceptibility measure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Inversely related, not standardized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inversely reflects target quantity but is affected by pre-analytic/assay factors and is not a validated quantitative viral load.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limitation of any syndromic molecular panel is that it: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Detects only its designed targets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Always overcalls disease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Cannot detect resistance genes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Replaces culture entirely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Provides full AST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Detects only designed targets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panel does not exclude off-panel pathogens, and culture is still needed for full susceptibility and novel resistance.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with NAAT, rapid antigen tests are generally: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More sensitive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Less sensitive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Equally sensitive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Quantitative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Slower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Less sensitive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 tests trade sensitivity for speed/simplicity; negatives often need molecular confirmation when prevalence or stakes are high.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interpretive caution with a positive C. difficile NAAT is that it: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Is highly insensitive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Detects the toxin gene and may reflect colonization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Cannot detect toxigenic strains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Requires culture confirmation always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Is quantitative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Detects gene; may reflect colonization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NAAT detects the toxin gene; in patients without clinically significant diarrhea it may indicate carriage, leading to overtreatment.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Rapid Diagnostics &amp; Molecular Microbiology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2026-06-28T06:58:53Z</dcterms:created>
  <dcterms:modified xsi:type="dcterms:W3CDTF">2026-06-28T06:58:53Z</dcterms:modified>
</cp:coreProperties>
</file>