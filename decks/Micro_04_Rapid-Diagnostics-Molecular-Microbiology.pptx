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2E7D32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2E7D3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2E7D32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Diagnostics &amp; Molecular Microbiology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Syndromic Panels, NAATs, and Their Limits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Syndromic panels return many pathogens in about an hour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not the same as viability or causation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only helps if it changes management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diagnostics have transformed turnaround for respiratory, GI, CNS, and bloodstream infections. The skill is interpretation: knowing what a positive (and a negative) truly means and pairing speed with stewardship.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molecular 'detected' can represent colonization, residual nucleic acid after treatment, or a true pathogen — context decides.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nucleic acid amplification and multiplex syndromic panels.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rapid tests to the right clinical use case.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framework for false positives and false negatives.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limitations of molecular detection.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rapid results with antimicrobial stewardship.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resistance-gene detection (e.g., mecA, KPC).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methods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NAAT and multiplex panels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respiratory, GI, CNS, blood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framework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detection vs causation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Stewardship integration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making speed count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&amp; Use Cases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MOLECULAR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Syndromic Panels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icro_syndrom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767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Multiplex NAATs detect many targets quickly — but detection must be interpreted, not acted on blindly.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METHODS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NAATs and Multiplex Panels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WORK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Nucleic acid amplification (PCR and variants) detects pathogen-specific sequences.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 panels test many targets simultaneously (respiratory, GI, meningitis/encephalitis, blood-culture ID).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analytic sensitivity and rapid turnaround.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report resistance genes (mecA, vanA, KPC) from the sample/bottle.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HELP MOST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blood-culture ID + resistance markers hours before culture.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 infections where rapid pathogen ID changes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Respiratory/GI outbreaks and immunocompromised hosts.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fastidious or non-culturable organisms.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&amp; Stewardship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Positives, False Negatives &amp; Meaning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RESULT DOES/DOESN’T MEAN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≠ viable organism — nucleic acid can persist after successful treatment.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≠ causation — colonizers and commensals can be amplified.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Panels test only fixed targets — a negative does not exclude off-panel pathogens.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Cycle-threshold values are semi-quantitative and assay-specific — interpret cautiously.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OF ERROR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Contamination/carryover (false positive); inhibitors and low load (false negative).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timing and specimen adequacy.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variation can cause missed detection.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reconcile with the clinical picture and other tests.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STEWARDSHIP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Speed Count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STEWARDSHIP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results help only if they change management — pair with real-time stewardship review.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blood-culture ID + resistance genes enables earlier de-escalation or escalation.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treating colonizers detected on broad panels.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reporting comments that guide action.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WISELY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panel to the syndrome and pretest probability.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cost and the risk of incidental detections.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targeted single-pathogen NAATs when appropriate.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Confirm/contextualize unexpected results.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child treated for confirmed influenza last week is re-tested by respiratory panel for an unrelated visit and is again 'detected' for influenza, though clinically improved.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interpret the repeat positive?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Detection After Treatment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NAATs can remain positive for days to weeks after clinical recovery — residual nucleic acid, not necessarily active infection.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does not equal viable, transmissible, or clinically active virus.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the clinical course; avoid re-treating a recovering patient.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repeat testing for situations where it changes management.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persistent molecular 'detected' after treatment usually reflects residual nucleic acid — correlate clinically rather than re-treating.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blood culture bottle returns a rapid molecular result identifying Staphylococcus aureus with mecA detected, hours before conventional ID/AST.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enable, and what still must be confirmed?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Rapid Blood-Culture ID + Resistance Gene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ID of S. aureus with mecA indicates likely MRSA — enabling earlier appropriate anti-MRSA therapy.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shortens time to effective treatment and supports stewardship.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conventional/automated AST for the full susceptibility profile.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promptly with the team/stewardship.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bottle ID + resistance genes accelerates correct therapy, but confirmatory phenotypic AST still defines the complete profile.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respiratory pathogen is 'detected' by NAAT in a patient who finished therapy and is clinically well. The best interpretation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Active infection requiring re-treatment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Likely residual nucleic acid; correlate clinically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Laboratory error always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Definite reinfection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Contamination always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Likely residual nucleic acid; correlate clinically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NAATs can stay positive after recovery because they detect nucleic acid, not viability; interpret with the clinical course.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limitation of multiplex syndromic panels is that: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They are too slow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negative result excludes all possible pathogens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They detect only their fixed targets; off-panel organisms are missed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They cannot detect viruses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They provide full susceptibility profiles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Only fixed targets; off-panel missed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Panels test a predefined set of targets; a negative panel does not exclude pathogens not included, and detection does not confirm causation.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molecular detection of mecA from a positive blood culture allows the team to: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Stop all antibiotics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Start appropriate anti-MRSA therapy earlier, pending confirmatory AST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Ignore susceptibility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Diagnose contamination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Replace the antibiogram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Earlier anti-MRSA therapy, pending AST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mecA predicts methicillin resistance, enabling earlier correct therapy; confirmatory phenotypic AST still completes the profile.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 NAATs deliver many pathogens fast but detect nucleic acid — not viability or causation.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panel excludes only its targets; off-panel organisms can be missed.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Beware persistent positivity after treatment and incidental detection of colonizers.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blood-culture ID + resistance genes accelerates correct therapy; confirm with phenotypic AST.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rapid diagnostics with stewardship — speed only helps if it changes management.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Carroll KC, et al. Manual of Clinical Microbiology, 12th ed. ASM Press, 2019.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Ramanan P, et al. Syndromic panel-based testing in clinical microbiology. Clin Microbiol Rev.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Miller JM, et al. IDSA/ASM Guide to Utilization of the Microbiology Laboratory. Clin Infect Dis.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Messacar K, et al. Diagnostic stewardship of molecular tests. J Clin Microbiol. 2017.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Rapid Diagnostics &amp; Molecular Microbiology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2026-06-28T05:42:26Z</dcterms:created>
  <dcterms:modified xsi:type="dcterms:W3CDTF">2026-06-28T05:42:26Z</dcterms:modified>
</cp:coreProperties>
</file>