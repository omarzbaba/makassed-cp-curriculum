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455A6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455A64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455A64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455A6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·  LECTURE 2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Accreditation Essentials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CLIA, CAP, Test Complexity, and Competency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regulatory floor for all clinical testing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competency assessment to document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readiness is a daily practice, not an event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accreditation frameworks define the minimum standards for safe testing. Residents preparing for laboratory leadership must understand CLIA complexity, accreditation, competency, and document control.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continuous: validated methods, qualified people, controlled documents, and inspection-ready records every day.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CLIA and CAP frameworks at a working level.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tests by complexity (waived, moderate, high).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competency-assessment requirements.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document control and version management.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inspection readiness.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personnel and quality requirements.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&amp; complexity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regulatory floor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CAP and checklists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assessment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six elements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readiness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control and inspection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CLIA, Complexity &amp; Accreditation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CLIA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Complexity Categories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4745736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low-risk (e.g., many POCT, urine dipstick)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CLIA certificate of waiver; follow manufacturer instructions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automated chemistry/hematology assays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QC, proficiency testing, qualified personnel, calibration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Manual/complex (e.g., some molecular, manual differentials)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Strictest personnel qualifications; full QC/PT/validation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Laboratory-developed tests are high complexity and require full validation; FDA-cleared assays in moderate-complexity use require verification.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ACCREDITATION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vs Accreditation Bodies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FLOOR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sets the minimum federal standards for all U.S. clinical laboratory testing.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correspond to the complexity of testing performed.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QC, PT, personnel, and quality systems.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through inspections and PT performance.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PROGRAMS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(and others) provide deemed-status accreditation with detailed checklists that often exceed CLIA minimums.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Peer-based, discipline-specific checklist requirements.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Commission and ISO 15189 are other frameworks.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drives continuous, checklist-aligned compliance.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Competency, Documents &amp; Readiness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COMPETENCY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Elements of Competency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ASSESSED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Direct observation of test performance; 2) monitoring of recording/reporting.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Review of QC, PT, and maintenance records; 4) direct observation of instrument maintenance/function checks.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Assessment of test performance (blind/PT samples); 6) evaluation of problem-solving skills.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at defined intervals (e.g., during the first year and annually thereafter).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&amp; TRAINING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(director, technical/clinical consultant, supervisor, testing personnel) have defined qualifications.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precedes independent testing; competency confirms it is maintained.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 — if it isn’t recorded, it didn’t happen.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 and reassess after problems or changes.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DOCUMENTS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&amp; Inspection Readiness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SOPs: current versions, approvals, review dates, and retired-version archives.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retention per regulation (varies by record type).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from result to procedure to validation.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for procedure and system changes.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READINESS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is daily practice — QC, PT, competency, and documents continuously in order.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Self-inspection between external inspections finds gaps early.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checklists and validation files.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records demonstrate a functioning QMS.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laboratory wants to bring up a new laboratory-developed molecular assay quickly using FDA-cleared reagents 'off-label' for a new indication.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complexity and validation requirements apply?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LDT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or developing a test (an LDT) makes it high complexity, requiring FULL validation.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accuracy, precision, analytical sensitivity/specificity, reportable range, and reference interval.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personnel qualifications for high-complexity testing.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(the lighter process) applies only to unmodified FDA-cleared assays used as intended.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FDA-cleared/as-intended → verify; modified or laboratory-developed → validate fully as high complexity.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CAP inspection, a technologist is found performing high-complexity testing with training documented but NO record of annual competency assessment.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deficiency, and what elements were required?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Missing Competency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assessment is required (initially and at defined intervals) and was not documented — a citable deficiency.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elements must be assessed and recorded.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not a substitute for ongoing competency assessment.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action: assess now, document, and build a compliant schedule.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shows initial capability; documented competency assessment (six elements, at required intervals) shows it is maintained.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laboratory-developed test (LDT) is classified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Waived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Moderate complexity automatically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High complexity, requiring full validation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Exempt from CLIA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Verification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High complexity; full validation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LDTs (and modified FDA-cleared assays) are high complexity and require full validation of performance characteristics before clinical use.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one of the six elements of competency assessment?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Direct observation of test performance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Review of QC and PT records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Assessment of problem-solving skills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Annual salary review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Direct observation of instrument maintenance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Annual salary 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elements concern test performance, recording, QC/PT review, maintenance observation, blind sample testing, and problem-solving — not compensation.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primarily functions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voluntary accreditation program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minimum federal regulatory standard for clinical testing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proficiency testing vendor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reimbursement system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document-management tool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The minimum federal regulatory standard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establishes the baseline federal requirements for all U.S. clinical laboratory testing; accreditors like CAP provide deemed status often exceeding CLIA.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is the regulatory floor; test complexity (waived / moderate / high) drives requirements.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 as-intended assays require verification; modified or laboratory-developed tests require full validation (high complexity).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six elements of competency assessment at required intervals — training alone is insufficient.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controlled, current SOPs with retention and change control; traceability from result to validation.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readiness is continuous — use self-inspection and corrective-action records to demonstrate a functioning QMS.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Centers for Medicare &amp; Medicaid Services. CLIA regulations (42 CFR 493).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College of American Pathologists. Laboratory Accreditation Program checklists (current).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QMS documents.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ISO 15189: Medical laboratories — requirements for quality and competence.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&amp; Accreditation Essentials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2026-06-28T05:56:20Z</dcterms:created>
  <dcterms:modified xsi:type="dcterms:W3CDTF">2026-06-28T05:56:20Z</dcterms:modified>
</cp:coreProperties>
</file>