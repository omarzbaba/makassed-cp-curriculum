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455A64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455A64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455A64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455A6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MANAGEMENT  ·  LECTURE 2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Accreditation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CLIA, Accreditation, Proficiency Testing, and Test Complexity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floor for clinical testing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proof that results are accurate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category sets the requirements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and accreditation define the non-negotiable framework the laboratory operates within: who may test, how performance is proven, and how the laboratory is inspected and held accountable.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hierarchy: CLIA is the floor, accreditation builds on it, and proficiency testing externally verifies performance.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CLIA and test-complexity categories.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accreditation and deemed status.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proficiency-testing requirements and the response to failure.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personnel and competency requirements.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waived testing and its risks.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for and respond to inspections.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 layers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CLIA, accreditation, ISO, PT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complexity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waived to high complexity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requirements and failures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&amp; inspection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competency and readiness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Framework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OVERSIGHT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of Laboratory Oversight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2328" y="1481328"/>
            <a:ext cx="1060704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lab_r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344" y="1609344"/>
            <a:ext cx="10351008" cy="42245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CLIA is the federal floor; accreditation and ISO 15189 build on it; proficiency testing verifies performance.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 &amp; Accreditation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regulations governing all clinical laboratory testing on human specimens.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personnel, QC, and proficiency-testing requirements.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scale with test complexity.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via certificates and inspection.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 &amp; DEEMED STATUS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Accreditors (e.g., CAP, TJC) with deemed status inspect against detailed checklists.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accreditation satisfies CLIA via deemed status.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Inspections are typically periodic and may be unannounced.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 is an optional international standard.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COMPLEXITY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Complexity Categories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Waived, moderate complexity, and high complexity — requirements increase accordingly.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reflects knowledge, steps, and interpretation needed.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qualifications scale with complexity.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Modifying an FDA-cleared test raises it to high complexity.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WAIVED TESTING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Waived tests are simple with low error risk but still require correct performance.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‘Waived’ does not mean ‘no oversight’.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manufacturer instructions exactly.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Point-of-care programs need governance.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Testing, Personnel &amp; Inspection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PROFICIENCY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PT DOES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samples are tested blindly and compared to peers/reference — objective proof of accuracy.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regulated analytes; alternative assessment otherwise.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PT samples like patient samples.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refer PT samples to another lab or discuss them — a serious violation.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RESPONDING TO FAILURE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failure triggers investigation, root-cause analysis, and corrective action.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Unsuccessful performance can restrict 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remediation and verify effectiveness.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 has regulatory consequences.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PERSONNEL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&amp; Qualifications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roles (director, supervisor, testing personnel) with qualifications scaled to complexity.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director holds overall responsibility.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training and authorization to test.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 staffing for safe operation.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ASSESSMENT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competency uses the six required elements (e.g., direct observation, result review, blind samples, problem-solving).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at defined intervals.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 identified gaps.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records for inspection.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INSPECTION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Readiness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READINESS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documentation, QC records, and corrective actions so the lab is always inspection-ready.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Self-inspections find gaps proactively.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and close deficiencies.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staff in readiness.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RESPONDING TO FINDINGS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citations with documented corrective action and timelines.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sustained compliance.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findings to strengthen the system.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systemic issues to leadership.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technologist, unsure of a result, sends a proficiency-testing sample to a reference lab for confirmation.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this a serious problem?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PT Referral Violation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a PT sample to another laboratory is a serious regulatory violation, even if well-intentioned.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must be handled exactly like a patient sample and not shared.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Penalties can include loss of certification.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Educate staff on PT rules.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refer or discuss proficiency-testing samples — PT referral is among the most serious CLIA violations.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laboratory modifies an FDA-cleared assay to use a different specimen type.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change the regulatory requirements?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Modified FDA-Cleared Test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Modifying an FDA-cleared assay makes it high complexity and requires full validation.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assumes responsibility for performance characteristics.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and QC requirements increase.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validation thoroughly.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modification of an FDA-cleared test converts it to a high-complexity, laboratory-validated assay with full requirements.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laboratory fails a proficiency-testing event for one analyte.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appropriate response?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PT Failure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with root-cause analysis, implement corrective action, and document the response.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fix before resuming confident reporting.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Unsuccessful performance can restrict testing for that analyte.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event to improve the process.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PT failure is a managed event: root-cause, corrective action, verification, and documentation — not just a repeat test.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a proficiency-testing sample to another laboratory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Encouraged for accuracy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serious regulatory violation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Required for confirmation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Allowed if documented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Standard practice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 serious violation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samples must be tested like patient samples and never referred; PT referral can cost a laboratory its certification.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 requirements for a test increase with: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The lab’s size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Test complexity (waived → high)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The number of staff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instrument brand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time of year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Test complexity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for personnel, QC, and PT scale with complexity from waived to high complexity.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Modifying an FDA-cleared assay generally makes it: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Waived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Moderate complexity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High complexity requiring full validation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Exempt from CLIA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Research-use only by default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High complexity, full validation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Modifications void the cleared status; the lab must fully validate the test as high complexity.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 with deemed status means the laboratory: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Is exempt from CLIA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Meets CLIA through the accreditor’s inspection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Needs no proficiency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Cannot be inspected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Is research-only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Meets CLIA via accreditor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Deemed-status accreditors enforce standards that satisfy CLIA requirements through their inspection process.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 is the federal floor; accreditation (with deemed status) and ISO 15189 build on it; PT verifies performance externally.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scale with test complexity (waived → moderate → high); modifying an FDA-cleared test makes it high complexity.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PT samples exactly like patient samples — never refer or discuss them; referral is a severe violation.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qualifications and ongoing competency (six elements) scale with complexity; the director holds overall responsibility.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continuous inspection readiness; respond to PT failures and citations with documented corrective action.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Clinical Laboratory Improvement Amendments (CLIA) regulations (42 CFR 493).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College of American Pathologists Laboratory Accreditation Program.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CMS proficiency-testing requirements and referral policy.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ISO 15189: Medical laboratories — requirements for quality and competence.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Regulatory &amp; Accreditation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2026-06-28T07:13:50Z</dcterms:created>
  <dcterms:modified xsi:type="dcterms:W3CDTF">2026-06-28T07:13:50Z</dcterms:modified>
</cp:coreProperties>
</file>