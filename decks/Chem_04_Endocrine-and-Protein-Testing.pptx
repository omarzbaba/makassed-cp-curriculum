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1565C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1565C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1565C0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·  LECTURE 4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&amp; Protein Testing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Thyroid, Adrenal Axes, SPEP and Free Light Chains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sensitive single screen for thyroid status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M-spike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SPEP band triggers reflex immunofixation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FLC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free light chains detect light-chain-only disease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Endocrine and protein testing reward an understanding of feedback axes, dynamic testing, and electrophoretic patterns — and a healthy suspicion for assay interference.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hormones as axes (stimulator + effector together), and proteins as patterns (SPEP/IFE/FLC together), not as isolated numbers.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thyroid function tests and recognize interferences.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caveats to cortisol and ACTH dynamic testing.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SPEP, UPEP, and immunofixation patterns.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serum free light chains and the ratio in monoclonal gammopathy.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biotin, heterophile, and macro-analyte interferences in endocrine testing.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laboratory workup of a monoclonal gammopathy.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axis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TSH-reflex strategy and interferences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Adrenal &amp; dynamic testing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cortisol/ACTH caveats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electrophoresis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SPEP/UPEP/IFE patterns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Monoclonal gammopathy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free light chains, IMWG workup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Thyroid &amp; Adrenal Axes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THYROID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Hypothalamic-Pituitary-Thyroid Axis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98168" y="1481328"/>
            <a:ext cx="8595360" cy="3968496"/>
          </a:xfrm>
          <a:prstGeom prst="roundRect">
            <a:avLst>
              <a:gd name="adj" fmla="val 207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thyro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6184" y="1609344"/>
            <a:ext cx="8339328" cy="37124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522976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TSH is the most sensitive screen because of the log-linear feedback relationship with free T4.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THYROID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Interpreting Thyroid Tests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hypothyroidism: ↑TSH, ↓free T4.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hyperthyroidism: ↓TSH, ↑free T4 (or T3 toxicosis).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disease: inappropriately normal/low TSH with abnormal free T4.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Non-thyroidal illness ('sick euthyroid'): low T3, variable TSH — avoid testing in acute illness.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Biotin: low TSH + high free T4 mimicking hyperthyroidism — hold biotin before testing.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Heterophile antibodies can falsely raise TSH.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Anti-T4/T3 autoantibodies and assay-specific effects.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reconcile with the clinical picture and repeat on another platform if discordant.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ADRENAL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Cortisol, ACTH &amp; Dynamic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Cortisol has a diurnal rhythm — timing matters; stress and illness raise it.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for hypercortisolism: late-night salivary cortisol, 1-mg dexamethasone suppression, 24-h urine free cortisol.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for adrenal insufficiency: morning cortisol ± ACTH stimulation.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Exogenous steroids and estrogen (raises CBG, total cortisol) confound results.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ACTH &amp; LOCALIZATION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cortisol with ACTH to localize (ACTH-dependent vs independent).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suppression/stimulation tests outperform single static levels.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Pre-analytics: ACTH is labile — chilled EDTA, rapid processing.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in the clinical context (pretest probability).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Electrophoresis &amp; Gammopathies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PROTEINS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Protein Electrophoresis: Normal vs Monoclonal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chem_sp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767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5778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A discrete spike in the gamma region (M-protein) contrasts with the broad polyclonal gamma of reaction/inflammation.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PROTEINS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SPEP, UPEP, and Immunofixation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TRACING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SPEP separates albumin, α₁, α₂, β, and γ fractions.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M-spike suggests a monoclonal process; a broad γ rise is polyclonal (infection/inflammation/liver).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Hypogammaglobulinemia may be the only SPEP clue to light-chain-only myeloma.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immunofixation (IFE) identifies the heavy- and light-chain class.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&amp; SPECIAL SITUATIONS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UPEP/urine IFE detect Bence-Jones (free light-chain) proteinuria.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β-region can hide an M-protein (IgA) — IFE resolves it.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Acute-phase changes alter α₁/α₂; nephrotic pattern shows low albumin and raised α₂.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the M-protein for monitoring.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GAMMOPATHY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Light Chains &amp; the IMWG Workup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SERUM FREE LIGHT CHAINS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free kappa and lambda and the κ/λ ratio — sensitive for light-chain disease and AL amyloid.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abnormal ratio indicates clonal excess of one light chain.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sensitive than UPEP for some light-chain disorders.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diagnosis, risk (e.g., MGUS), and response assessment.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Workup: SPEP + serum IFE + serum free light chains (± UPEP/urine IFE).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MGUS, smoldering, and myeloma by M-protein, marrow plasma cells, and end-organ damage (CRAB).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impairment raises both light chains — interpret the RATIO.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quantitatively for trend monitoring.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4A9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7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clinically euthyroid patient on a hair-and-nail supplement has a suppressed TSH with an elevated free T4. Repeat testing after a 3-day pause from the supplement is entirely normal.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caused the misleading pattern, and what is the practical advice?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Biotin Interference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High-dose biotin in the supplement interfered with the streptavidin-biotin thyroid immunoassays.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(low TSH, high free T4) mimicked hyperthyroidism in a euthyroid patient.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biotin (often ~48–72 h) before testing resolves it.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reconcile thyroid numbers with the clinical state.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about biotin whenever thyroid results don’t fit the patient — a one-question history prevents an erroneous diagnosis and treatment.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older patient with anemia and renal impairment has a normal SPEP but hypogammaglobulinemia. Serum free light chains show a markedly elevated kappa with a very high κ/λ ratio; urine IFE shows free kappa.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diagnosis pathway, and why was the SPEP nearly normal?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Light-Chain Multiple Myeloma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Light-chain-only myeloma — the clone secretes free light chains, not intact immunoglobulin, so the SPEP lacks an M-spike.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Hypogammaglobulinemia and an abnormal free light-chain ratio are the clues.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Urine IFE confirms Bence-Jones (free kappa) proteinuria.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with marrow plasma cells and CRAB end-organ features.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SPEP does not exclude a plasma-cell disorder — serum free light chains (and the ratio) catch light-chain-only disease.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single test is the most sensitive initial screen for thyroid dysfunction in an ambulatory patient?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Total T4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Free T3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TSH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Thyroid antibodies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Reverse T3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TSH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the log-linear pituitary feedback, small changes in thyroid hormone cause large TSH changes, making TSH the most sensitive first-line screen (barring central disease or interference).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spike in the gamma region on SPEP should prompt which reflex test?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Repeat SPEP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Immunofixation electrophoresis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C-reactive protein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Serum iron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Haptoglobin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Immunofixation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Immunofixation identifies the heavy- and light-chain type of the monoclonal protein, confirming and characterizing the M-spike.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patient with suspected light-chain disease has a normal SPEP. Which test best detects clonal light-chain excess?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Total protein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D4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Serum free light chain assay with κ/λ ratio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Albumin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Beta-2 microglobulin alone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ESR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7EF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Serum free light chains with ratio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serum free light-chain assay and κ/λ ratio detect light-chain-only disease that a normal SPEP can miss; the ratio corrects for renal retention.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TSH is the most sensitive thyroid screen; biotin and heterophile interferences can mimic thyroid disease — reconcile with the patient.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effector hormones with their stimulators (free T4 + TSH; cortisol + ACTH) and prefer dynamic testing for adrenal axes.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SPEP as a pattern: discrete M-spike (monoclonal) vs broad γ (polyclonal); reflex to immunofixation.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normal SPEP does not exclude plasma-cell disease — serum free light chains and the κ/λ ratio detect light-chain-only disorders.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1565C0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M-protein and light chains for monitoring; interpret the ratio in renal impairment.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CHEMISTRY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Rifai N, et al. Tietz Textbook of Clinical Chemistry, 6th ed. Elsevier, 2018.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Rajkumar SV, et al. IMWG updated criteria for the diagnosis of multiple myeloma. Lancet Oncol. 2014.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Keren DF. Protein Electrophoresis in Clinical Diagnosis. ASCP Press.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CLSI documents on immunoassay interference.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Endocrine &amp; Protein Testing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2026-06-28T05:36:57Z</dcterms:created>
  <dcterms:modified xsi:type="dcterms:W3CDTF">2026-06-28T05:36:57Z</dcterms:modified>
</cp:coreProperties>
</file>