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3" r:id="rId34"/>
    <p:sldId id="275" r:id="rId21"/>
    <p:sldId id="282" r:id="rId33"/>
    <p:sldId id="276" r:id="rId22"/>
    <p:sldId id="281" r:id="rId32"/>
    <p:sldId id="277" r:id="rId23"/>
    <p:sldId id="280" r:id="rId31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6A1B9A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6A1B9A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6A1B9A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·  LECTURE 3 OF 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Infectious Disease Serology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IgM/IgG Kinetics, Window Periods, and Confirmatory Algorithms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IgM→IgG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class dates the infection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infection can be antibody-negative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then confirm to control false positives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Infectious serology infers infection and immunity from the antibody response. Interpreting it well means understanding antibody kinetics, the window period, and the screen-then-confirm algorithms that protect predictive value.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Antibodies lag infection — a negative serology in the window period does not exclude acute infection.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IgM and IgG kinetics and seroconversion.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window period and its implications.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hepatitis B serologic panels.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HIV and syphilis testing algorithms.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acute infection, past infection, and immunity.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false positives/negatives and confirmatory testing.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kinetics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IgM, IgG, seroconversion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period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antigen/NAAT coverage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Hepatitis B panel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interpreting markers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&amp; syphilis algorithms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screen then confirm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Kinetics &amp; the Window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KINETICS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Serologic Timeline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425696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1696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017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Antigen rises first, then IgM (recent), then IgG (past/immune); the window period is antibody-negative.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KINETICS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Antibody Class Tells You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VS IGG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suggests recent/acute infection; IgG indicates past exposure or immunity.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Seroconversion (a 4-fold IgG rise in paired sera) confirms recent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IgG avidity can help date some infections.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can persist or be falsely positive — interpret with care.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PERIOD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after exposure, antibodies may be undetectable — the window period.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Antigen tests and NAAT shorten the diagnostic window.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antibody test does not exclude very recent infection.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or add direct detection when suspicion is high.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Hepatitis B &amp; Algorithmic Testing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HEPATITIS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the Hepatitis B Panel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immuno_hb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HBsAg, anti-HBs, anti-HBc (IgM/total), and HBeAg/anti-HBe define infection stage and immunity.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HEPATITIS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Serologic Profiles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663440"/>
                <a:gridCol w="392277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HBsAg / anti-HBs / anti-HBc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1B9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HBsAg+ / – / IgM anti-HBc+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 infection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HBsAg+ / – / total anti-HBc+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infection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/ anti-HBs+ / anti-HBc+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Past, immune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Vaccinated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/ anti-HBs+ / 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Immunity from vaccine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 / – / IgM anti-HBc+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Anti-HBc distinguishes natural infection (present) from vaccination (absent); IgM anti-HBc flags acute/window.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ALGORITHMS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&amp; Syphilis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(4TH-GENERATION ALGORITHM)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Ag/Ab combination screen detects p24 antigen + antibodies, shortening the window.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screen → HIV-1/2 antibody differentiation assay.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→ HIV-1 RNA (NAAT).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 detects acute infection before seroconversion.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F1E9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SYPHILIS (REVERSE ALGORITHM)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 screen (e.g., immunoassay) → reflex non-treponemal (RPR) for activity.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→ second treponemal test.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Non-treponemal titers monitor treatment response.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 tests usually stay positive for life.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12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1E8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is HBsAg-negative, anti-HBs-positive, anti-HBc-negative.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profile indicate?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Vaccine Immunity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Anti-HBs positive with anti-HBc negative indicates immunity from vaccination, not past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infection produces anti-HBc; vaccination does not.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 negative excludes active infection.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further action beyond documenting immunity.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Anti-HBc is the key discriminator: present after natural infection, absent after vaccination.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high-risk patient has a negative HIV antibody test days after a likely exposure but ongoing concern for acute infection.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testing is appropriate, and why?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Acute HIV / Window Period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Antibody may be negative in the window; use a 4th-generation Ag/Ab assay and/or HIV RNA (NAAT).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p24 antigen and RNA detect infection before seroconversion.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negative antibody test alone does not exclude acute HIV.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testing per algorithm.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acute HIV requires antigen/NAAT testing — antibody-only testing misses the window period.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treponemal screen is positive but the RPR is non-reactive in a patient with no symptoms.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this reverse-algorithm result interpreted?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Reverse Syphilis Algorithm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positive treponemal test with non-reactive RPR suggests past/treated syphilis or, occasionally, very early or a false-positive screen.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treponemal test resolves discordance.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Treponemal tests typically remain reactive lifelong.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with history and treatment records.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reverse algorithm, treponemal-positive/RPR-negative usually means past or treated infection; confirm with a second treponemal assay.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marker distinguishes natural hepatitis B infection from vaccination?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HBsAg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Anti-HBs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Anti-HBc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HBeAg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ALT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window period of an infection, the best test is often: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IgG antibody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IgM antibody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Antigen or nucleic acid detection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Avidity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 testing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standard HIV algorithm, a reactive Ag/Ab screen is followed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 the same screen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HIV-1/2 antibody differentiation assay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CD4 count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Western blot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Viral culture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Non-treponemal titers (e.g., RPR) are primarily used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Confirm lifelong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Monitor disease activity and treatment response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Detect the window period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Replace treponemal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Diagnose neurosyphilis alone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IgM suggests recent infection; IgG indicates past exposure/immunity; a 4-fold IgG rise confirms seroconversion.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period is antibody-negative — antigen/NAAT detect early infection; a negative antibody test does not exclude acute disease.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Hepatitis B: anti-HBc separates natural infection from vaccination; IgM anti-HBc flags acute/window.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uses a 4th-generation Ag/Ab screen → differentiation assay → RNA; syphilis uses screen-then-confirm with non-treponemal titers for monitoring.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6A1B9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Screen-then-confirm algorithms protect predictive value, especially at low prevalence.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Detrick B, et al. Manual of Molecular and Clinical Laboratory Immunology, 8th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CDC/APHL HIV and syphilis testing algorithms.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AASLD hepatitis B guidance.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Theel ES, et al. Serologic testing. Clin Microbiol Rev.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Non-treponemal titers (e.g., RPR) are primarily used to: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Confirm lifelong infection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Monitor disease activity and treatment response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Detect the window period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Replace treponemal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Diagnose neurosyphilis alone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Monitor activity/treatment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Non-treponemal titers fall with successful treatment; treponemal tests usually remain reactive for life.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standard HIV algorithm, a reactive Ag/Ab screen is followed by: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Repeat the same screen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HIV-1/2 antibody differentiation assay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CD4 count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Western blot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Viral culture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HIV-1/2 differentiation assay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reactive 4th-generation screen reflexes to an antibody differentiation assay; discordance prompts HIV-1 RNA.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window period of an infection, the best test is often: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IgG antibody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IgM antibody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Antigen or nucleic acid detection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Avidity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 testing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Antigen or NAAT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Antibodies may be undetectable early; antigen and nucleic acid tests detect infection during the window.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&amp; SEROLOGY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marker distinguishes natural hepatitis B infection from vaccination?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HBsAg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Anti-HBs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A1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Anti-HBc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HBeAg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ALT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F1E8F7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Anti-HBc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Anti-HBc develops after natural infection but not after vaccination; anti-HBs alone can result from either.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6A1B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Infectious Disease Serology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2026-06-28T07:02:53Z</dcterms:created>
  <dcterms:modified xsi:type="dcterms:W3CDTF">2026-06-28T07:02:53Z</dcterms:modified>
</cp:coreProperties>
</file>