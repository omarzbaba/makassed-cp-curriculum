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Techniques &amp; Sources of Error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Methods, Interferences, and the Testing Cycle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Hemolysis, icterus, lipemia — the everyday interferences that corrupt results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analyte can read falsely LOW on a sandwich immunoassay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laboratory errors are preanalytic — before the analyzer ever runs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is only as good as the method behind it. Knowing what each platform measures — and how it fails — lets you spot the impossible value, defend the real one, and advise clinicians who trust the number.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consultative question is rarely 'what is the value?' — it is 'can I believe this value in this patient?'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spectrophotometry, immunoassays, and mass spectrometry at a working level.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sandwich and competitive immunoassay designs and their failure modes.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hemolysis, icterus, and lipemia interferences and their direction.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hook, heterophile, biotin, and macro-analyte interferences.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error across the preanalytic, analytic, and postanalytic phases.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quality-control rules to detect random vs systematic error.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1544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15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spectrophotometry, immunoassay, mass spectrometry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98192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43230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298192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pitfalls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hook, heterophile, biotin, macro-analytes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115056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24916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249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115056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interferences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hemolysis, icterus, lipemia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06603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066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3931920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testing cycle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preanalytic to postanalytic error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748784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48828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4748784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Levey-Jennings, Westgard, delta checks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565648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69976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" y="5699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98448" y="5565648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Analytic Methods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Spectrophotometry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Beer-Lambert law: absorbance ∝ concentration × path length.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workhorse of routine chemistry (enzymatic and colorimetric assays).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vs kinetic (rate) measurement — enzyme activity is kinetic.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Bichromatic/blank correction reduces interference.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FAILS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 from lipemia scatters light; hemoglobin and bilirubin add absorbance.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HIL indices flag affected samples.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Carryover between samples; reagent deterioration.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Linearity limits at very high concentrations.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IMMUNOASSAY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Design and the Hook Effect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immunoass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In a sandwich assay, signal tracks analyte — until extreme concentrations saturate the antibodies and the signal paradoxically falls.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IMMUNOASSAY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Designs, Opposite Signal Logic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(IMMUNOMETRIC)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antibody + analyte + labeled detection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directly proportional to analyte — larger molecules (TSH, hCG, troponin).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to the high-dose hook effect.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two epitopes; not for very small analytes.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Analyte competes with labeled antigen for limited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INVERSELY proportional — small molecules (cortisol, T4, drugs).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is the main concern.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Nonlinear calibration curves.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&amp; Mass Spectrometry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separates compounds; mass spectrometry identifies by mass-to-charge.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LC-MS/MS and GC-MS are the confirmatory standard (tox, steroids, metanephrines).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specificity — resolves immunoassay cross-reactivity.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with isotope-labeled internal standards.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Labor- and expertise-intensive; longer turnaround.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suppression/matrix effects must be controlled.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laboratory-developed — full validation required.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for confirmation and specialized analytes.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 &amp; the Testing Cycle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INTERFERENCE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Antibody, Biotin &amp; Macro-Analyte Interferences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INTERFERENCES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(e.g., HAMA) bridge capture/detection antibodies → false elevation.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when a result doesn’t fit (implausible hCG, troponin).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serial dilution (non-linearity), blocking tubes, or another platform.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Macro-CK, macro-AST, macroprolactin → persistent, silent elevations (resolve with PEG).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 &amp; HOOK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biotin interferes with streptavidin-biotin assays — direction depends on design.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pattern: low TSH + high free T4 mimicking hyperthyroidism.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biotin (often 48–72 h) before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Hook: very high analyte reads low — dilute and re-assay.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INTERFERENCES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Hemolysis, Icterus, Lipemia (HIL)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57600"/>
                <a:gridCol w="492861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Interferent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effects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Intracellular contents + spectral interference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potassium, ↑ LDH, ↑ AST, ↑ phosphate; +free Hb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Icterus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bilirubin alters absorbance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Assay-dependent direction; affects colorimetric methods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Turbidity + volume displacement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Spurious results; pseudohyponatremia by indirect 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Preanalytic in vitro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Tourniquet, fist-clench, delayed separation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potassium, ↑ lactate; glucose falls if separation delayed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HIL indices flag affected samples; the corrective action is to recollect or use an interference-resistant method.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THE TESTING CYCLE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Across the Testing Cycle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442106" cy="1371600"/>
          </a:xfrm>
          <a:prstGeom prst="roundRect">
            <a:avLst>
              <a:gd name="adj" fmla="val 4667"/>
            </a:avLst>
          </a:prstGeom>
          <a:solidFill>
            <a:srgbClr val="1565C0"/>
          </a:solidFill>
          <a:ln w="15875">
            <a:solidFill>
              <a:srgbClr val="1565C0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828800"/>
            <a:ext cx="3332378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PREANALYTIC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collect, label, transport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027322" y="2514600"/>
            <a:ext cx="329184" cy="0"/>
          </a:xfrm>
          <a:prstGeom prst="line">
            <a:avLst/>
          </a:prstGeom>
          <a:noFill/>
          <a:ln w="22225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4794" y="1828800"/>
            <a:ext cx="344210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29658" y="1828800"/>
            <a:ext cx="3332378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on the instrument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835189" y="2514600"/>
            <a:ext cx="329184" cy="0"/>
          </a:xfrm>
          <a:prstGeom prst="line">
            <a:avLst/>
          </a:prstGeom>
          <a:noFill/>
          <a:ln w="22225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82661" y="1828800"/>
            <a:ext cx="344210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37525" y="1828800"/>
            <a:ext cx="3332378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POSTANALYTIC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interpretation, reporting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429000"/>
            <a:ext cx="11057839" cy="914400"/>
          </a:xfrm>
          <a:prstGeom prst="roundRect">
            <a:avLst>
              <a:gd name="adj" fmla="val 9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3429000"/>
            <a:ext cx="105091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PREANALYTIC: wrong patient/tube, hemolysis, clotting, wrong additive, delayed processing.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4526280"/>
            <a:ext cx="11057839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errors (calibration drift, interference, carryover) are caught by QC and delta checks.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Postanalytic errors: transcription, wrong reference interval, failure to communicate a critical value.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QUALITY 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Analytic Error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FUNDAMENTALS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controls at intervals; plot on a Levey-Jennings chart vs mean ± SD.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error widens scatter (precision); systematic error shifts/trends the mean (accuracy).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Westgard multirules (1₃ₛ, 2₂ₛ, R₄ₛ, 10ₓ) flag out-of-control runs.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→ new lot/calibration; trend → reagent/electrode deterioration.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QC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benchmarks against peers (and is mandatory).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and absurd-value limits catch sample/analytic problems.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verification and linearity confirm the reportable range.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comparison and bias assessment when changing platforms.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 of 7.2 mmol/L is reported on a well outpatient with a normal ECG. The sample is visibly hemolyzed; LDH and phosphate are also elevated. A repeat, carefully drawn sample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explains the first result, and what is the lesson for reporting?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Hemolysis-Induced Pseudohyperkalemia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 hemolysis released intracellular potassium (and LDH, AST, phosphate) → spurious hyperkalemia.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mismatch (well patient, normal ECG) is the tell.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 index and the recollected normal result confirm the artifact.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with a hemolysis comment or recollect — never let a spurious critical drive treatment.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raises potassium, LDH, AST, and phosphate together; always reconcile a critical value with the patient.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non-pregnant patient has a markedly elevated hCG, but imaging shows no pregnancy or tumor. Serial dilution is non-linear and a different platform reports a normal value.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interference is most likely, and how was it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Heterophile-Antibody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bridged the assay antibodies, producing a false-positive hCG.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Non-linearity on dilution is a classic clue.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Confirmation: a normal result on an alternative platform and/or heterophile-blocking tubes.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this prevents harmful workups for a non-existent condition.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immunoassay defies the clinical picture, think interference: dilute, block, or switch platforms before acting.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on high-dose biotin has a suppressed TSH with a high free T4 suggesting hyperthyroidism, but is clinically euthyroid. Testing after stopping biotin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the pattern, and what advice prevents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Biotin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biotin interferes with streptavidin-biotin immunoassays, mimicking hyperthyroidism.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depends on assay design (sandwich vs competitive).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 holding biotin (often 48–72 h) before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thyroid results with the clinical state before acting.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biotin when thyroid (or troponin) results don’t fit — a one-question history prevents a misdiagnosis.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 immunoassay reports an unexpectedly LOW value in a patient you suspect has very high analyte. Best next step?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Report the low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Dilute the sample and re-assay (suspect hook effect)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Add more conjugate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Switch to a competitive assay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without changes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Dilute and re-assay (hook effect)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high analyte saturates a sandwich assay’s antibodies and lowers signal (hook). Dilution relieves saturation and yields the true value.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analytes characteristically rise together due to in vitro hemolysis?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Sodium, chloride, glucose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Potassium, LDH, AST, phosphate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Calcium, albumin, ALP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Bicarbonate, BUN, creatinine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TSH, free T4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Potassium, LDH, AST, phosphate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concentrated intracellularly; red-cell lysis releases them, producing concordant spurious elevations.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Levey-Jennings chart, the control mean gradually drifts upward over two weeks. This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trend (systematic error, e.g., reagent deterioration)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Normal variation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shift from a new lot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Clerical error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trend (systematic error)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gradual, progressive drift is a trend (systematic error). An abrupt step would be a shift (new lot/calibration).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persistently elevated CK with no clinical correlate and normal other muscle markers most likely reflects: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Acute myocardial infarction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Macro-CK (immunoglobulin-bound CK)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Rhabdomyolysis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Hemolysis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Biotin interference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Macro-CK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 (macro-CK, macroprolactin) are immunoglobulin-bound forms causing persistent, clinically silent elevations; confirm with special handling/PEG.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each method: spectrophotometry (Beer-Lambert), immunoassay (sandwich vs competitive), MS (confirmatory).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assays read very high analyte falsely LOW (hook); heterophile, biotin, and macro-analytes mimic disease — reconcile with the clinic.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raises potassium, LDH, AST, phosphate together; lipemia causes pseudohyponatremia by indirect ISE.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preanalytic; delta checks and HIL indices catch many before reporting.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QC: Levey-Jennings + Westgard rules separate random (precision) from systematic (accuracy) error.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Horvath AR, Wittwer CT (eds). Tietz Textbook of Clinical Chemistry and Molecular Diagnostics,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EP07: Interference Testing in Clinical Chemistry.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C24: Statistical Quality Control for Quantitative Measurement Procedures.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Westgard JO. Basic QC Practices, 4th ed. Westgard QC, 2016.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 Techniques &amp; Sources of Error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2026-06-28T06:47:23Z</dcterms:created>
  <dcterms:modified xsi:type="dcterms:W3CDTF">2026-06-28T06:47:23Z</dcterms:modified>
</cp:coreProperties>
</file>