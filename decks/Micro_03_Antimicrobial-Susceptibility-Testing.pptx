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2E7D32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2E7D3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2E7D32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·  LECTURE 3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Susceptibility Testing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MICs, Breakpoints, Resistance &amp; Stewardship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concentration that inhibits visible growth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MIC into S, I, or 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reporting steers prescribing and stewardship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testing converts a numeric MIC into an interpretation the clinician can act on. Understanding breakpoints, resistance mechanisms, and selective reporting is central to the laboratory’s stewardship role.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MIC is meaningless without its breakpoint and the resistance mechanism behind it — interpret, don’t just measure.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MIC and interpret it against current breakpoints.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disk diffusion, broth microdilution, and gradient methods.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S/I/R categories and the susceptible-dose-dependent concept.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key resistance mechanisms and markers (MRSA, ESBL, carbapenemase, VRE).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intrinsic resistance and reflex/confirmatory testing.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selective reporting and the antibiogram for stewardship.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&amp; methods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how susceptibility is measured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&amp; categories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S, I, R, SDD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mechanisms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markers and reflex tests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antibiogram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stewardship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Susceptibility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Diffusion and MIC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1481328"/>
            <a:ext cx="10607040" cy="4379976"/>
          </a:xfrm>
          <a:prstGeom prst="roundRect">
            <a:avLst>
              <a:gd name="adj" fmla="val 18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micro_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44" y="1609344"/>
            <a:ext cx="10351008" cy="4123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93445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Zone of inhibition and MIC both estimate susceptibility; breakpoints convert them to S/I/R.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Susceptibility Is 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 microdilution is the reference: lowest concentration inhibiting growth = MIC.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strips (e.g., Etest) give an MIC on a plate.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systems provide MICs at scale.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with reference strains is mandatory.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/ ZONE METHODS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diffusion measures a zone of inhibition; larger zone → more susceptible.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diameters are interpreted against breakpoint tables.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Useful, inexpensive, flexible.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drug-bug combinations require MIC methods.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Breakpoints, Categories &amp; Resistance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and S/I/R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MIC TO CATEGORY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(CLSI/EUCAST) translate an MIC into Susceptible, Intermediate, or Resistant.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incorporate pharmacokinetics, dosing, and outcomes — and are periodically revised.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'Susceptible-dose-dependent' (SDD) means susceptibility depends on using an adequate dosing regimen.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MIC can mean different categories for different drugs/organisms.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RESISTANCE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organisms are inherently resistant (e.g., anaerobes to aminoglycosides) — such results are suppressed.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Intrinsic-resistance rules catch implausible 'susceptible' results.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unexpected susceptibilities before reporting.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expected phenotypes for common organisms.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RESISTANCE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Mechanisms of Resistance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233672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micro_res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881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Enzymatic inactivation, target modification, reduced uptake, and efflux — each predicts cross-resistance.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KEY MARKERS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Resistance Phenotypes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288536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 → PBP2a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 to β-lactams (except newer agents)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Extended-spectrum β-lactamase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 to most cephalosporins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Carbapenemase (CRE)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KPC, NDM, OXA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 to carbapenems; infection-control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vanA/vanB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Vancomycin-resistant enterococci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Inducible clinda (MLSb)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D-test positive → report clinda 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drives confirmatory tests, reporting rules, and infection-control notification.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Cases &amp; Board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STEWARDSHIP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Reporting &amp; the Antibiogram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(CASCADE) REPORTING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narrow-spectrum agents first; suppress broad agents unless needed.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prescribers toward appropriate, narrow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selection pressure for resistance.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stewardship team.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ANTIBIOGRAM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periodic summary of %-susceptible by organism for the institution.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empiric therapy and local guidelines.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resistance trends over time.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sufficient isolate numbers to be valid.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is erythromycin-resistant and clindamycin-susceptible. The D-test is positive.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clindamycin be reported, and why?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Inducible Clindamycin Resistance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D-test indicates inducible MLSb resistance — clindamycin should be reported as resistant.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erythromycin-resistant/clindamycin-susceptible phenotype triggers the D-test.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clindamycin susceptible could lead to clinical failure.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(erm) explains the inducibility.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erythromycin-R/clindamycin-S pattern mandates a D-test; if positive, report clindamycin resistant to prevent treatment failure.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Klebsiella is resistant to ceftriaxone and ceftazidime but susceptible to carbapenems; ESBL is suspected.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phenotype imply for therapy and reporting?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ESBL Producer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ESBL hydrolyzes most cephalosporins; cephalosporins should not be relied upon even if an isolated MIC looks borderline.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Carbapenems are typically the definitive therapy for serious infection.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breakpoints often allow direct reporting without a separate confirmatory step.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predicts broad cephalosporin failure.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ESBL phenotype (cephalosporin resistance) and steer away from cephalosporins; report per current breakpoints.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anaerobe’s panel reports 'susceptible' to an aminoglycoside.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be reported, and what principle applies?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Intrinsic Resistance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Anaerobes are intrinsically resistant to aminoglycosides (oxygen-dependent uptake) — a 'susceptible' result is implausible and should be suppressed.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Intrinsic-resistance rules catch such errors.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suppress the result rather than reporting it.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expected phenotypes to spot impossible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intrinsic-resistance rules: a result that contradicts a known organism phenotype is an error to suppress, not a finding to report.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 is defined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highest concentration with growth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lowest concentration that inhibits visible growth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zone diameter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The serum drug level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The breakpoint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Lowest concentration inhibiting visible growth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 is the minimum inhibitory concentration; breakpoints translate it into S/I/R.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D-test in S. aureus means clindamycin should be reported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Susceptible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Intermediate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Resistant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Not tested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Susceptible-dose-dependent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Resistant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D-test reveals inducible MLSb resistance; clindamycin is reported resistant despite apparent in-vitro susceptibility.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marker should trigger an infection-control alert for transmissible carbapenem resistance?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MRSA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ESBL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Carbapenemase (e.g., KPC/NDM)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Penicillin-resistant pneumococcus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Inducible clindamycin resistance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Carbapenemase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Carbapenemase-producing organisms (CRE) are a major infection-control concern and require notification and isolation.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'Susceptible-dose-dependent' (SDD) indicates that susceptibility: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Is independent of dose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Depends on achieving an adequate dosing regimen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Means the organism is resistant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Requires combination therapy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Applies only to anaerobes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Depends on adequate dosing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signals that clinical success requires a dosing regimen that achieves adequate drug exposure at that MIC.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 is the lowest inhibitory concentration; breakpoints (CLSI/EUCAST) convert it to S/I/R and are periodically revised.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diffusion, broth microdilution, and gradient strips each have appropriate roles and require QC.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mechanisms (MRSA, ESBL, carbapenemase, VRE, inducible clindamycin) drive confirmatory tests and reporting rules.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intrinsic-resistance rules — suppress implausible results that contradict known phenotypes.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selective reporting and the antibiogram to support antimicrobial stewardship.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CLSI M100: Performance Standards for Antimicrobial Susceptibility Testing (current ed.).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EUCAST breakpoint tables (current version).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Carroll KC, et al. Manual of Clinical Microbiology, 12th ed. ASM Press.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Jorgensen JH, Ferraro MJ. Antimicrobial susceptibility testing. Clin Infect Dis.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Antimicrobial Susceptibility Testing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2026-06-28T06:58:53Z</dcterms:created>
  <dcterms:modified xsi:type="dcterms:W3CDTF">2026-06-28T06:58:53Z</dcterms:modified>
</cp:coreProperties>
</file>