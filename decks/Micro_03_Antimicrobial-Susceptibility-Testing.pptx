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2E7D32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2E7D32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2E7D32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·  LECTURE 3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Antimicrobial Susceptibility Testing &amp; Reporting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MICs, Breakpoints, Resistance, and Stewardship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that means nothing without a breakpoint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S/I/R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Interpretive categories translate the MIC into a clinical action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report shapes what gets prescribed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Susceptibility testing turns an isolate into a treatment decision. Understanding MICs, breakpoints, resistance mechanisms, and selective reporting makes the laboratory a partner in stewardship.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influences prescribing as much through HOW it reports (cascade/selective reporting) as through the result itself.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MIC and interpret breakpoints.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disk diffusion, broth microdilution, and gradient methods.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cascade and selective reporting.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key resistance mechanisms (MRSA, ESBL, carbapenemases, VRE).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antibiogram for empiric therapy.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AST to antimicrobial stewardship.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 &amp; breakpoints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what the number means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methods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disk, broth microdilution, gradient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mechanisms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MRSA, ESBL, CRE, VRE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stewardship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cascade, antibiogram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MICs, Breakpoints &amp; Methods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AST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Zone/MIC to S, I, 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icro_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904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1500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Disk-diffusion zone size and broth-microdilution MIC are translated to categories using CLSI/EUCAST breakpoints.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AST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and Their Trade-offs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diffusion (Kirby-Bauer): zone diameter, simple and flexible; categorical result.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 microdilution: reference method giving an actual MIC across dilutions.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strips (e.g., Etest): MIC by where growth meets the strip.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systems: rapid MICs for common organisms.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THE MIC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 is the lowest concentration inhibiting visible growth — meaningless without a breakpoint.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Breakpoints (CLSI or EUCAST) incorporate pharmacology and outcomes.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MICs across drugs only via their categories, not raw numbers.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 with reference strains is mandatory.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&amp; Reporting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RESISTANCE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Resistance Mechanisms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4837176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Phenotype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 / implication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MRSA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Altered PBP2a (mecA)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Cefoxitin screen / mecA; report beta-lactams (except anti-MRSA) resistant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ESBL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Extended-spectrum beta-lactamases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Hydrolyze most cephalosporins; carbapenems often retained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Carbapenemase (CRE)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KPC, NDM, OXA-48, etc.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Carbapenem resistance; major infection-control concern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VRE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vanA/vanB (altered target)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Vancomycin-resistant enterococci; isolation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6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Inducible clindamycin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erm (MLSb)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6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D-test positive → report clindamycin resistant</a:t>
                      </a:r>
                      <a:endParaRPr lang="en-US" sz="10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Mechanism-aware reporting prevents using a drug that will fail despite an in-vitro 'susceptible' result.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REPORTING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Reporting, Antibiogram &amp; Stewardship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PRESCRIBING THROUGH REPORTING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Cascade/selective reporting: show narrow-spectrum agents first; suppress broad agents unless needed or resistant.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only clinically relevant, on-formulary drugs for the organism/source.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interpretive comments for unusual phenotypes.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agents that should not be used (e.g., certain drugs for sterile-site isolates).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ANTIBIOGRAM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periodic summary of cumulative susceptibility by organism — guides EMPIRIC therapy.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first isolates per patient, validated counts.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Informs local guidelines and stewardship.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emerging resistance over time.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5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8F2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Staphylococcus aureus isolate tests cefoxitin-resistant. The team wants to use a cephalosporin because the MIC to one cephalosporin looks low.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the laboratory report beta-lactams, and why?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MRSA Reporting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Cefoxitin resistance indicates mecA-mediated MRSA (PBP2a).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all beta-lactams (except anti-MRSA cephalosporins like ceftaroline) as RESISTANT regardless of individual MICs.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apparently low cephalosporin MIC is clinically unreliable in MRSA.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the team to an appropriate anti-MRSA agent.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overrides a single MIC: cefoxitin-positive MRSA means beta-lactams will fail — report them resistant.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erythromycin-resistant, clindamycin-susceptible Staphylococcus has a positive D-test (blunting of the clindamycin zone adjacent to the erythromycin disk).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D-test indicate, and how do you report clindamycin?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Inducible Clindamycin Resistance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D-test indicates inducible MLSb resistance (erm gene).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Clindamycin can appear susceptible but resistance is induced during therapy.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clindamycin as RESISTANT despite the in-vitro 'susceptible' result.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clinical failure from on-treatment induction.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D-test positive = report clindamycin resistant; the in-vitro susceptible result is misleading because resistance is inducible.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MIC value alone (e.g., 2 µg/mL) tells you a drug will work for a patient. True or false, and why?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True — lower MIC always means effective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False — the MIC must be interpreted against a breakpoint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True — if below 4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False — MIC is irrelevant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True — for Gram-positives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False; needs a breakpoint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 is meaningless without organism/drug-specific breakpoints (CLSI/EUCAST) that incorporate pharmacology and outcomes to assign S/I/R.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Carbapenem resistance in Enterobacterales (e.g., KPC) is most important to detect because: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It is harmless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It signals a major treatment-limiting and infection-control threat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It only affects penicillins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It is a contaminant marker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It improves susceptibility to cephalosporins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Treatment-limiting and infection-control threat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Carbapenemase-producing organisms (CRE) severely limit therapy and spread in healthcare settings, requiring isolation and notification.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cumulative antibiogram is primarily used to: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Treat an individual patient definitively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1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Guide empiric therapy and track resistance trends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Replace susceptibility testing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Identify organisms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Set MIC breakpoints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8F2E9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Guide empiric therapy / track trends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antibiogram summarizes local cumulative susceptibility to inform empiric choices and monitor resistance; it does not replace individual AST.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 is only interpretable against a breakpoint (CLSI/EUCAST); compare drugs by category, not raw MIC.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methods: disk diffusion (zones), broth microdilution (reference MIC), gradient strips, automated systems.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MRSA (mecA/cefoxitin), ESBL, carbapenemases (CRE), VRE, and inducible clindamycin (D-test) — mechanism can override a single MIC.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Selective/cascade reporting steers prescribing; the antibiogram guides empiric therapy.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2E7D32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is a stewardship tool — report to enable the narrowest effective therapy.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CLSI M100: Performance Standards for Antimicrobial Susceptibility Testing (current edition).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CLSI M07/M02: Dilution and Disk Diffusion AST Methods.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Jorgensen JH, Ferraro MJ. Antimicrobial susceptibility testing: review. Clin Infect Dis. 2009.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CDC. Antibiotic Resistance Threats (current report).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Antimicrobial Susceptibility Testing &amp; Reporting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2026-06-28T05:42:26Z</dcterms:created>
  <dcterms:modified xsi:type="dcterms:W3CDTF">2026-06-28T05:42:26Z</dcterms:modified>
</cp:coreProperties>
</file>