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455A64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455A64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455A64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455A6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·  LECTURE 3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Safety &amp; Error Investigation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Analysis, Just Culture, and Systems Thinking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errors are system failures, not individual carelessness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miss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lessons — if you capture and act on them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WBIT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Misidentification is the deadliest, most preventable lab error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safety in the laboratory is about designing systems that make errors hard to commit and easy to catch. Root-cause analysis, just culture, and human-factors thinking turn events into improvements.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Blaming individuals fixes nothing; redesigning the system that allowed the error prevents the next one.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a structured root-cause analysis.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near misses from adverse events.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transfusion-safety and other laboratory events.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systems thinking and human-factors design.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just-culture approach.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corrective and preventive action.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&amp; systems thinking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why good people err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analysis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finding system causes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culture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accountability without blame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 safety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haemovigilance and WBIT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&amp; Root-Cause Analysis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SYSTEMS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Errors Happen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VS LATENT FAILURES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failures: the sharp-end slip/mistake (e.g., mislabeling a tube).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conditions: the system weaknesses that allowed it (staffing, design, workload).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Swiss-cheese model: events occur when holes in successive defenses line up.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Human-factors design reduces reliance on memory and vigilance.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MISS VS ADVERSE EVENT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near miss is caught before reaching the patient — a free lesson.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adverse event reaches the patient and may cause harm.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should be reported and analyzed.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near-miss reporting signals a healthy safety culture.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RCA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Analysis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lab_r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904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15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A fishbone organizes contributing categories; repeated 'why' questions drive to system causes for CAPA.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RCA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an Effective RCA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a multidisciplinary team soon after the event; gather facts and timeline.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fishbone and 5-Whys to move from symptom to system cause.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processes and conditions, not individuals.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contributing factors across people, process, equipment, environment.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ANALYSIS TO ACTION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corrective AND preventive actions targeting the system (CAPA).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strong fixes (forcing functions, automation) over weak ones (reminders, education alone).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owners and timelines; verify effectiveness.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learning across the organization.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Culture &amp; Transfusion Safety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JUST CULTURE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Without Blame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JUST-CULTURE MODEL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human error (console), at-risk behavior (coach), and reckless behavior (discipline).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events are human error or at-risk behavior in flawed systems.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Punishing error drives reporting underground and hides hazards.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system accountable while addressing genuine recklessness.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CULTURE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reporting easy, safe, and consequential (it leads to change).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model curiosity about failure, not blame.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learning back to staff.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safety culture and act on it.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TRANSFUSION SAFETY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Haemovigilance and WBIT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TRANSFUSION-SAFETY EVENTS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blood in tube (WBIT) and misidentification are leading causes of preventable harm.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Defenses: positive patient ID, two independent ABO checks, barcoding, electronic crossmatch.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every transfusion event; report to haemovigilance.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and trend near misses (e.g., mislabeled samples).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SAFETY 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Forcing functions (electronic ID/lockouts) beat reminders.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labeling at the bedside from the wristband.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mislabeled samples — no exceptions for blood bank.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compliance and feed back results.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receives an ABO-incompatible unit. Investigation finds a phlebotomist labeled two patients’ tubes at a shared workstation during a busy shift, and a second ABO check was not enforced.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this be investigated and addressed?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WBIT — System Redesign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a blameless root-cause analysis — this is a system failure (shared workstation, no enforced second check).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latent conditions: workflow, workload, and missing forcing functions.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strong CAPA: bedside labeling, barcoded positive ID, and an enforced second independent ABO determination.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to haemovigilance and share the learning.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ABO-incompatible transfusion is almost always a system/identification failure — fix the system with forcing functions, not by blaming the phlebotomist.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technologist reports a near miss: they caught a transposed result before it was released. Leadership must decide how to respond.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just-culture response, and why does it matter?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Rewarding Near-Miss Reporting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near miss as a free lesson — thank the reporter and analyze the catch.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why the error was possible and strengthen the defense that caught it.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Punishing reporting would suppress future disclosures and hide hazards.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back the improvement to staff.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healthy safety culture celebrates near-miss reporting and fixes the system; punishment drives errors underground.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just-culture framework, an honest slip by a well-trained person in a flawed system is best handled by: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Disciplinary action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Consoling the individual and fixing the system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Termination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Ignoring it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Public reprimand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Console the person; fix the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culture distinguishes human error (console + system fix) from at-risk behavior (coach) and reckless behavior (discipline).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corrective action is the STRONGEST for preventing wrong-blood-in-tube events?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Reminder emails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Staff education alone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forcing function: barcoded positive patient identification with electronic lockout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 new policy document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Counseling the phlebotomist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Barcoded positive ID with lockout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Forcing functions/automation are the strongest interventions; reminders and education alone are weak and rely on vigilance.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near miss differs from an adverse event in that it: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Always causes harm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Is caught before reaching the patient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Requires no reporting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Is less informative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Only occurs in transfusion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Caught before reaching the patient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misses are intercepted before harm; they are valuable, low-cost learning opportunities and should be reported and analyzed.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laboratory errors are system failures — analyze conditions, not just individuals (Swiss-cheese / active vs latent failures).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analysis (fishbone + 5-Whys) drives to system causes; choose strong CAPA (forcing functions) over reminders/education alone.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culture: console human error, coach at-risk behavior, discipline recklessness — and keep reporting safe.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and act on near misses — high near-miss reporting signals a healthy safety culture.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blood in tube is the deadliest preventable error; defend with positive ID, second ABO checks, and barcoding; report to haemovigilance.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Institute of Medicine. To Err Is Human: Building a Safer Health System. 2000.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Reason J. Human error: models and management. BMJ. 2000;320:768-770.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Marx D. Patient Safety and the Just Culture.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AABB / SHOT haemovigilance reports (wrong blood in tube).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Patient Safety &amp; Error Investigation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2026-06-28T05:56:20Z</dcterms:created>
  <dcterms:modified xsi:type="dcterms:W3CDTF">2026-06-28T05:56:20Z</dcterms:modified>
</cp:coreProperties>
</file>