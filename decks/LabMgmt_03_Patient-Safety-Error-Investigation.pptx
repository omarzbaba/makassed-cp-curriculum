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MANAGEMENT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&amp; Error Investigation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Culture, Root-Cause Analysis, and Reducing Harm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system failures, not bad people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real cause, not a convenient one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accountability with learning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reframes error from blame to systems: most mistakes reflect process and design failures. Structured investigation and a just culture turn events into durable improvements.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‘what in the system allowed this?’ before ‘who did this?’ — durable fixes target processes, not people.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systems view of error and the Swiss-cheese model.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root-cause analysis and build effective corrective actions.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just-culture principles to events.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error hierarchy to choose strong interventions.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events (near miss, adverse event, sentinel event).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error investigation to the total testing process.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view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latent vs active failures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finding the real cause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accountability + learning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interventions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action hierarchy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Systems View of Error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WHERE ERRORS OCCUR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Across the Total Testing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498848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t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2428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Most laboratory errors are pre- and post-analytic; safety work must address the whole process.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SYSTEMS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vs Active Failures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SWISS-CHEESE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 occurs when multiple layered defenses fail together.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failures: errors at the sharp end (the person acting).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failures: upstream design/process weaknesses.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multiple barriers, not just one.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BLAME FAILS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individuals hides the system causes and suppresses reporting.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competent people err in flawed systems.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reduces the reporting needed to learn.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error tolerance.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CLASSIFY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Classifying Events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miss: caught before reaching the patient — a free lesson.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event: reaches the patient, may cause harm.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event: serious harm requiring intensive review.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all, including near misses.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NEAR MISSES MATTER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misses reveal the same system flaws without the harm.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more frequent — richer learning.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system surfaces them.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act on trends.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Just Culture &amp; Strong Fixes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ROOT CAUSE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Structured RCA (e.g., the ‘5 Whys’/fishbone) moves from the visible event to the underlying system causes.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RCA Well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timeline, then ask ‘why’ repeatedly to reach system causes.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fishbone/contributing-factor frameworks.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Involve the frontline staff who do the work.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proximate trigger from root causes.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at ‘human error’ or ‘retrain the person’ — weak fixes that rarely last.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Hindsight and outcome bias.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to close the case quickly.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to verify the fix worked.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JUST CULTURE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with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JUST-CULTURE DISTINCTIONS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human error (console), at-risk behavior (coach), and reckless behavior (discipline).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events are error or at-risk behavior in flawed systems.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discipline for true recklessness.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builds trust and reporting.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VS WEAK INTERVENTIONS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forcing functions, automation, standardization, barcoding.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Weak: warnings, reminders, ‘be more careful’, one-off retraining.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fixes that don’t depend on memory/vigilance.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effectiveness after implementation.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receives a result from a mislabeled specimen. The proposed fix is to ‘remind staff to label carefully’.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fix weak, and what would be stronger?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Weak vs Strong Fix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‘Remind staff’ depends on memory and vigilance — a weak intervention.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fixes: barcoded positive patient ID at the bedside, electronic labeling, forcing functions.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the system that allowed mislabeling.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new process reduces errors.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 strong interventions (forcing functions, barcoding) over reminders — fixes that don’t rely on human vigilance last.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near miss is caught when a technologist notices a critical value that doesn’t fit. A manager wants to ‘move on’ since no harm occurred.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handle this?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Value of Near Misses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misses reveal system weaknesses without harm — they should be reported and analyzed.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frequent and offer rich, low-cost learning.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culture surfaces them.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trends before harm occurs.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near misses as free lessons — investigate them with the same rigor as harmful events to prevent the next one.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RCA, a competent technologist made an error while using a confusing, poorly designed interface under heavy workload.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just culture guide the response?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Just-Culture Response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human error/at-risk behavior in a flawed system — console and coach, and fix the system, rather than punish.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 the interface and address workload.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discipline for reckless behavior.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preserves a reporting culture.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 matches the response to the behavior: console error, coach at-risk behavior, discipline recklessness — and fix the system.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Swiss-cheese model of error emphasizes that harm results from: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single careless person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Alignment of multiple failed defenses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Only analytic errors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Random chance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Inadequate discipline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Multiple failed defenses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 occurs when latent and active failures line up through several weakened barriers.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STRONGEST type of corrective action?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Staff reminder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Additional training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forcing function / automation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new policy memo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Increased vigilance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Forcing function/automation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interventions remove reliance on memory and vigilance; reminders and training are weak by comparison.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just culture, an honest mistake by a competent person in a flawed system warrants: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Discipline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Consoling the individual and fixing the system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Termination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Ignoring 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public warning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Console + fix the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 consoles human error, coaches at-risk behavior, and reserves discipline for recklessness.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 reporting is valuable primarily because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Assigns blame efficiently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Reveals system weaknesses without patient harm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Replaces root-cause analysis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Reduces documentation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Avoids corrective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Reveals weaknesses without harm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misses expose the same latent failures as adverse events but without harm, enabling proactive improvement.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systems view: most errors are latent system failures, and harm requires multiple defenses to fail (Swiss-cheese model).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laboratory errors are pre- and post-analytic — safety work must span the total testing process.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RCA properly: reach system causes, avoid stopping at ‘human error’ or one-off retraining.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just culture: console human error, coach at-risk behavior, discipline recklessness — consistently.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strong interventions (forcing functions, automation, barcoding) over weak ones; report and learn from near misses.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Institute of Medicine. To Err Is Human: Building a Safer Health System.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Reason J. Human error and the Swiss-cheese model. BMJ.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Marx D. Patient Safety and the ‘Just Culture’.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QMS11: Management of Nonconforming Events.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Patient Safety &amp; Error Investigation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2026-06-28T07:13:50Z</dcterms:created>
  <dcterms:modified xsi:type="dcterms:W3CDTF">2026-06-28T07:13:50Z</dcterms:modified>
</cp:coreProperties>
</file>