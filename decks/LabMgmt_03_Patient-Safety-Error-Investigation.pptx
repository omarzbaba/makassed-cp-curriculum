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35"/>
    <p:sldId id="276" r:id="rId22"/>
    <p:sldId id="283" r:id="rId34"/>
    <p:sldId id="277" r:id="rId23"/>
    <p:sldId id="282" r:id="rId33"/>
    <p:sldId id="278" r:id="rId24"/>
    <p:sldId id="281" r:id="rId32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455A64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455A64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455A64">
              <a:alpha val="42000"/>
            </a:srgbClr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455A6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MANAGEMENT  ·  LECTURE 3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&amp; Error Investigation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Culture, Root-Cause Analysis, and Reducing Harm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are system failures, not bad people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real cause, not a convenient one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culture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accountability with learning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safety reframes error from blame to systems: most mistakes reflect process and design failures. Structured investigation and a just culture turn events into durable improvements.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‘what in the system allowed this?’ before ‘who did this?’ — durable fixes target processes, not people.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systems view of error and the Swiss-cheese model.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root-cause analysis and build effective corrective actions.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just-culture principles to events.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error hierarchy to choose strong interventions.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events (near miss, adverse event, sentinel event).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error investigation to the total testing process.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view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latent vs active failures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finding the real cause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culture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accountability + learning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interventions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action hierarchy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 View of Error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WHERE ERRORS OCCUR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Across the Total Testing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2328" y="1481328"/>
            <a:ext cx="10607040" cy="4498848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lab_tt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344" y="1609344"/>
            <a:ext cx="10351008" cy="4242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Most laboratory errors are pre- and post-analytic; safety work must address the whole process.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vs Active Failures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SWISS-CHEESE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occurs when multiple layered defenses fail together.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failures: errors at the sharp end (the person acting).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failures: upstream design/process weaknesses.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multiple barriers, not just 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BLAME FAILS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individuals hides the system causes and suppresses reporting.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competent people err in flawed systems.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reduces the reporting needed to learn.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error tolerance.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CLASSIFY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Events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miss: caught before reaching the patient — a free lesson.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event: reaches the patient, may cause harm.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event: serious harm requiring intensive review.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all, including near misses.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NEAR MISSES MATTER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misses reveal the same system flaws without the harm.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more frequent — richer learning.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non-punitive system surfaces them.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act on trends.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Investigation, Just Culture &amp; Strong Fixes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ROOT CAUSE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5208" y="1481328"/>
            <a:ext cx="10241280" cy="4261104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/tmp/cp_work2/art/lab_r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609344"/>
            <a:ext cx="9985248" cy="4005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Structured RCA (e.g., the ‘5 Whys’/fishbone) moves from the visible event to the underlying system causes.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RCA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RCA Well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timeline, then ask ‘why’ repeatedly to reach system causes.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fishbone/contributing-factor frameworks.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the frontline staff who do the work.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the proximate trigger from root causes.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at ‘human error’ or ‘retrain the person’ — weak fixes that rarely last.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Hindsight and outcome bias.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to close the case quickly.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verify the fix worked.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JUST CULTURE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with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JUST-CULTURE DISTINCTIONS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human error (console), at-risk behavior (coach), and reckless behavior (discipline).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events are error or at-risk behavior in flawed systems.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discipline for true recklessness.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builds trust and reporting.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6EAED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 WEAK INTERVENTIONS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forcing functions, automation, standardization, barcoding.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warnings, reminders, ‘be more careful’, one-off retraining.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fixes that don’t depend on memory/vigilance.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effectiveness after implementation.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3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C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receives a result from a mislabeled specimen. The proposed fix is to ‘remind staff to label carefully’.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fix weak, and what would be stronger?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Weak vs Strong Fix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‘Remind staff’ depends on memory and vigilance — a weak intervention.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fixes: barcoded positive patient ID at the bedside, electronic labeling, forcing functions.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system that allowed mislabeling.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new process reduces errors.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strong interventions (forcing functions, barcoding) over reminders — fixes that don’t rely on human vigilance last.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 miss is caught when a technologist notices a critical value that doesn’t fit. A manager wants to ‘move on’ since no harm occurred.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laboratory handle this?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Value of Near Misses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misses reveal system weaknesses without harm — they should be reported and analyzed.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frequent and offer rich, low-cost learning.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non-punitive culture surfaces them.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trends before harm occurs.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near misses as free lessons — investigate them with the same rigor as harmful events to prevent the next one.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RCA, a competent technologist made an error while using a confusing, poorly designed interface under heavy workload.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just culture guide the response?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CASE 3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Just-Culture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human error/at-risk behavior in a flawed system — console and coach, and fix the system, rather than punish.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the interface and address workload.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discipline for reckless behavior.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preserves a reporting culture.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culture matches the response to the behavior: console error, coach at-risk behavior, discipline recklessness — and fix the system.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Swiss-cheese model of error emphasizes that harm results from: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single careless person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Alignment of multiple failed defenses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Only analytic errors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Random chance alone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Inadequate discipline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STRONGEST type of corrective action?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Staff reminder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Additional training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forcing function / automation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new policy memo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Increased vigilance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just culture, an honest mistake by a competent person in a flawed system warrants: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Discipline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Consoling the individual and fixing the system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Termination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Ignoring it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public warning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reporting is valuable primarily because it: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Assigns blame efficiently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Reveals system weaknesses without patient harm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Replaces root-cause analysis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Reduces documentation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Avoids corrective action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systems view: most errors are latent system failures, and harm requires multiple defenses to fail (Swiss-cheese model).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laboratory errors are pre- and post-analytic — safety work must span the total testing process.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RCA properly: reach system causes, avoid stopping at ‘human error’ or one-off retraining.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just culture: console human error, coach at-risk behavior, discipline recklessness — consistently.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455A6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strong interventions (forcing functions, automation, barcoding) over weak ones; report and learn from near misses.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Institute of Medicine. To Err Is Human: Building a Safer Health System.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Reason J. Human error and the Swiss-cheese model. BMJ.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Marx D. Patient Safety and the ‘Just Culture’.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CLSI QMS11: Management of Nonconforming Events.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 reporting is valuable primarily because it: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Assigns blame efficiently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Reveals system weaknesses without patient harm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Replaces root-cause analysis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Reduces documentation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Avoids corrective action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Reveals weaknesses without harm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misses expose the same latent failures as adverse events but without harm, enabling proactive improvement.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just culture, an honest mistake by a competent person in a flawed system warrants: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Discipline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Consoling the individual and fixing the system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Termination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Ignoring it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A public warning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Console + fix the 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culture consoles human error, coaches at-risk behavior, and reserves discipline for recklessness.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the STRONGEST type of corrective action?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Staff reminder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Additional training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forcing function / automation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 new policy memo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Increased vigilance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Forcing function/automation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interventions remove reliance on memory and vigilance; reminders and training are weak by comparison.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MANAGEMENT &amp; QUALITY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Swiss-cheese model of error emphasizes that harm results from: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single careless person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Alignment of multiple failed defenses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Only analytic errors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Random chance alone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Inadequate discipline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Multiple failed defenses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occurs when latent and active failures line up through several weakened barriers.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Safety &amp; Error Investigation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2026-06-28T07:13:50Z</dcterms:created>
  <dcterms:modified xsi:type="dcterms:W3CDTF">2026-06-28T07:13:50Z</dcterms:modified>
</cp:coreProperties>
</file>