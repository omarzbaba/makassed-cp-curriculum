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Leukocytosis, Cytopenias &amp; Leukemia Screening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White Cells and Knowing When It’s Urgent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absolute, not relative, counts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shift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Immature forms: reactive or neoplastic?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Circulating blasts can be an emergency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White-cell abnormalities range from benign reactive changes to acute leukemia. The skill is distinguishing reactive patterns from neoplastic ones and recognizing the findings that demand urgent action.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always the same: is this reactive or neoplastic — and is it urgent? Blasts and severe neutropenia change the timeline.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leukocytosis and the differential using absolute counts.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reactive changes from neoplastic populations.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neutropenia and lymphocytosis.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smear features of acute leukemia.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flow cytometry and ancillary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hematologic emergencies requiring urgent action.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reactive vs neoplastic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 &amp; lymphocytosis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focused evaluation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Leukemia screening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smear and flow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when to act now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White Cells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WHITE CELLS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Maturation, Left Shift &amp; Concerning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425696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wb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1696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01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Reactive left shift shows a maturation spectrum; blasts with a ‘leukemic hiatus’ raise concern for malignancy.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LEUKOCYTOSIS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 Neoplastic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Neutrophilia with toxic granulation, Döhle bodies, and a full maturation spectrum suggests infection/inflammation.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lymphocytosis (e.g., viral) shows varied, atypical but mature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Eosinophilia: allergy, parasites, drugs.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Leukemoid reaction is reactive, not leukemic.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NEOPLASTIC CLUES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monomorphic population, blasts, Auer rods, or a ‘leukemic hiatus’ suggests malignancy.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Basophilia and a left shift may suggest CML.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Cytopenias in other lineages are concerning.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flow/cytogenetics/molecular.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Cytopenias &amp; Leukemia Screening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CYTOPENIAS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 &amp; Lymphocytosis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NEUTROPENIA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neutropenia (very low ANC) risks serious infection — a clinical urgency.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drugs, infection, immune, marrow failure.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other lineages for marrow involvement.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critically low counts promptly.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LYMPHOCYTOSIS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(viral) vs clonal (e.g., CLL) — smear and flow distinguish them.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cells suggest CLL.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unexplained lymphocytosis warrants flow.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age and clinical picture.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 Features in Leukemia Screening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Blasts, Auer rods, and abnormal populations on the smear drive urgent flow cytometry and further testing.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WORKUP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&amp; Ancillary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IMMUNOPHENOTYPING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classifies blasts (myeloid vs lymphoid) and detects clonal populations.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Rapidly characterizes acute leukemia lineage.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aberrant antigen expression.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further cytogenetic/molecular testing.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DIAGNOSIS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+ flow + cytogenetics + molecular define the entity (WHO/ICC).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Cytochemistry has a historical/adjunct role.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clinical scenario.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rapid communication for emergencies.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Emergencies,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EMERGENCIES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Hematologic Emergencies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AT ONCE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Circulating blasts / suspected acute leukemia — especially suspected APL.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Hyperleukocytosis with leukostasis symptoms.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neutropenia with fever (neutropenic sepsis risk).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thrombocytopenia with bleeding.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DECISIVELY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smear review, flow cytometry, and communication.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clinical team immediately.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APL needs urgent confirmation and treatment.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critical-value notification.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febrile patient has neutrophilia with toxic granulation, Döhle bodies, and a few bands, but no blasts.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or neoplastic?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Leukemoid Reaction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changes with a full maturation spectrum and no blasts indicate a reactive (leukemoid) response to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leukemoid reaction is reactive, not leukemic.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 score (historical) is high in reactive states, low in CML.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underlying infection.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reactive left shift shows the whole maturation spectrum with toxic changes — distinct from the blasts/hiatus of leukemia.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patient has marked lymphocytosis with numerous smudge cells.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suggest and how is it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Lymphocytosis with smudge cells suggests chronic lymphocytic leukemia.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confirms a clonal B-cell population with the characteristic phenotype.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clinical staging.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from reactive lymphocytosis.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lymphocytosis with smudge cells points to CLL — flow cytometry confirms the clonal B-cell population.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smear shows numerous blasts; some contain Auer rods. The patient is acutely ill.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urgent interpretation and action?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Acute Myeloid Leukemia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Blasts with Auer rods indicate acute myeloid leukemia — a hematologic emergency.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flow cytometry, cytogenetics, and molecular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promyelocytic features/coagulopathy → suspect APL and act urgently.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communication with the clinical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confirm myeloid blasts — AML; rapid characterization is urgent, and suspected APL is a true emergency.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White-cell counts should be interpreted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Percentages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Absolute counts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Ratios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Relative to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Without the differential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on a smear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Myeloid blasts (AML)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Viral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Megaloblastic anemia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‘leukemic hiatus’ (blasts and mature cells without intermediate forms)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left shift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Acute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Leukemoid reaction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marrow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cells with marked lymphocytosis in an older adult suggest: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Chronic lymphocytic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Myelofibrosis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white cells by absolute counts; reactive changes show a full maturation spectrum with toxic features.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Neoplastic clues: monomorphic populations, blasts, Auer rods, leukemic hiatus, basophilia, and other-lineage cytopenias.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severe neutropenia (infection risk) and distinguish reactive from clonal lymphocytosis (smudge cells → CLL).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cytometry classifies blasts and clonal populations; diagnosis integrates morphology, flow, cytogenetics, and molecular.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emergencies: circulating blasts/suspected APL, hyperleukocytosis, neutropenic fever, severe thrombocytopenia.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Bain BJ. Blood Cells: A Practical Guide,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WHO Classification of Haematolymphoid Tumours (current ed.).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Arber DA, et al. International Consensus Classification. Blood. 2022.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cells with marked lymphocytosis in an older adult suggest: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Chronic lymphocytic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Myelofibrosis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Smudge (basket) cells accompany the fragile lymphocytes of CLL; flow cytometry confirms clonality.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‘leukemic hiatus’ (blasts and mature cells without intermediate forms)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left shift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Acute leukemia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CML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Leukemoid reaction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marrow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Acute leukemia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blasts and mature cells (absent intermediates) is characteristic of acute leukemia, unlike a reactive spectrum.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on a smear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Reactive neutrophilia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Myeloid blasts (AML)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Viral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Megaloblastic anemia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Myeloid blasts (AML)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Auer rods are pathognomonic of myeloid lineage blasts, seen in AML.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White-cell counts should be interpreted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Percentages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Absolute counts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Ratios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Relative to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Without the differential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Absolute counts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counts (e.g., ANC, ALC) determine clinical risk; percentages alone can mislead.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Leukocytosis, Cytopenias &amp; Leukemia Screening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