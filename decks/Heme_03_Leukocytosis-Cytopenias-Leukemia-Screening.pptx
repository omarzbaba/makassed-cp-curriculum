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C6213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C621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C62133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C6213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·  LECTURE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Leukocytosis, Cytopenias &amp; Acute Leukemia Screening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the Urgent White-Count and Marrow Findings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smear, blasts reframe the workup as possible acute leukemia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promyelocytic leukemia is a same-hour emergency (DIC)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cytometry and marrow turn a screen into a diagnosis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leukocytosis is reactive — but the laboratory is often the first to see the case that is not. Knowing which findings are urgent, and what to do next, is core on-call CP work.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Blasts with Auer rods and a coagulopathy should make you think APL and pick up the phone.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leukocytosis and leukopenia with a structured differential.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reactive (leukemoid) from neoplastic leukocytosis, including CML.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blasts and Auer rods and state the urgent findings.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acute promyelocytic leukemia as an emergency.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pancytopenia and isolated cytopenias.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escalate to flow cytometry and bone marrow.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white count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reactive vs neoplastic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Leukemoid vs CML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high-WBC differential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Cytopenias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pancytopenia and isolated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leukemia screening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blasts, APL, escalation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White Count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THE WHITE COUNT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vs Neoplastic · Left Shift vs Blasts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VS NEOPLASTIC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Reactive: mature cells, toxic change, a clinical trigger (infection, stress, steroids).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Neoplastic: immature/abnormal cells, basophilia, persistence, associated cytopenias.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absolute counts and the smear, not just percentages.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VS BLASTS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= bands and metamyelocytes — immature but maturing; usually reactive.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Blasts = earliest precursors; their presence in blood is abnormal.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Auer rods confirm myeloid lineage.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THE WHITE COUNT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Differential by Cell Type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38828"/>
                <a:gridCol w="43388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cell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causes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Neoplastic / 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Neutrophilia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Infection, inflammation, steroids, 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CML, other myeloproliferative neoplasms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Lymphocytosis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Viral infection, pertussis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CLL, lymphoma in leukemic 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Eosinophilia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Allergy, parasites, drugs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Clonal eosinophilia, Hodgkin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Monocytosis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Recovery, chronic inflammation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CMML, other myeloid neoplasms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Basophilia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Uncommon reactive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CML and other MPNs (a useful clue)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HIGH WHITE COUNT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Leukemoid Reaction vs CML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73068"/>
                <a:gridCol w="397306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Leukemoid reaction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myeloid leukemia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infection / inflammation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Clonal (BCR-ABL1)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Basophilia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(characteristic)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Myeloid spectrum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toxic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spectrum with myelocyte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 (historical)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Confirmatory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with treatment of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BCR-ABL1 (FISH/RT-PCR); t(9;22)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Basophilia plus a full left-shifted myeloid spectrum in a stable patient should prompt BCR-ABL1 testing.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Cytopenias &amp; Acute Leukemia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CYTOPENIAS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Cytopenias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PANCYTOPENIA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production: aplastic anemia, marrow infiltration (leukemia, metastasis, fibrosis), megaloblastic, MDS.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destruction/sequestration: hypersplenism, severe immune processes.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smear and reticulocyte count guide the marrow decision.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CYTOPENIAS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thrombocytopenia: ITP, drugs, consumption (Lecture 4).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neutropenia: drugs, infection, autoimmune, ethnic.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Unexplained, persistent, or progressive cytopenias warrant marrow evaluation.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ACUTE LEUKEMIA SCREENING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Blasts to a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C62133"/>
          </a:solidFill>
          <a:ln w="15875">
            <a:solidFill>
              <a:srgbClr val="C62133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Blasts on smear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(± Auer rods)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75356" y="2423160"/>
            <a:ext cx="329184" cy="0"/>
          </a:xfrm>
          <a:prstGeom prst="line">
            <a:avLst/>
          </a:prstGeom>
          <a:noFill/>
          <a:ln w="22225">
            <a:solidFill>
              <a:srgbClr val="C621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2828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7692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clinician;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coagulation (?DIC)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31256" y="2423160"/>
            <a:ext cx="329184" cy="0"/>
          </a:xfrm>
          <a:prstGeom prst="line">
            <a:avLst/>
          </a:prstGeom>
          <a:noFill/>
          <a:ln w="22225">
            <a:solidFill>
              <a:srgbClr val="C621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78728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3592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cytometry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87155" y="2423160"/>
            <a:ext cx="329184" cy="0"/>
          </a:xfrm>
          <a:prstGeom prst="line">
            <a:avLst/>
          </a:prstGeom>
          <a:noFill/>
          <a:ln w="22225">
            <a:solidFill>
              <a:srgbClr val="C621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34627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491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Marrow + cytogenetics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molecular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24612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24612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blasts with a coagulopathy suggest acute promyelocytic leukemia (APL). Flag it immediately — early death is hemorrhagic and treatment is time-critical.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ACUTE LEUKEMIA SCREENING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APL: Recognize and 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Promyelocytes with bundles of Auer rods ('faggot cells').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Pancytopenia or leukocytosis with abnormal promyelocytes.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Coagulopathy: low fibrinogen, prolonged PT/aPTT, high D-dimer.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PML-RARA / t(15;17) confirms.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clinical team and blood bank immediately.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coagulation testing and product support.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flow, cytogenetics (t(15;17)), and PML-RARA urgently.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speed directly affects survival.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44-year-old woman with bruising: WBC 1.8, Hb 8.0, platelets 18 × 10⁹/L; smear shows abnormal promyelocytes with Auer-rod bundles; fibrinogen low, D-dimer high.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why an emergency, and which confirmatory tests do you expedite?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Acute Promyelocytic Leukemia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 — abnormal promyelocytes with faggot cells and a consumptive/fibrinolytic coagulopathy.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because of life-threatening hemorrhage from DIC.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team and blood bank; support fibrinogen and platelets.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t(15;17) and PML-RARA, expedited.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Blasts/promyelocytes + low fibrinogen + high D-dimer = APL until proven otherwise — speed and communication save lives.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68-year-old man has an incidental WBC of 32 × 10⁹/L with absolute lymphocytosis; smear shows small mature lymphocytes and many smudge cells.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diagnosis and the single best characterizing test?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Chronic Lymphocytic Leukemia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CLL — mature lymphocytosis with smudge cells in an older adult.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Smudge (basket) cells are fragile CLL lymphocytes disrupted on smearing.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cytometry characterizes the clonal B-cell population (e.g., CD5+/CD23+, dim surface Ig).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indolent; staging and clinical correlation guide management.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lymphocytosis with smudge cells in an older patient is CLL until flow says otherwise.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50-year-old man: WBC 95 × 10⁹/L with a full maturing myeloid spectrum, a myelocyte bulge, and basophilia; stable with splenomegaly.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or neoplastic? Strongest clue and confirmatory test?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Chronic Myeloid Leukemia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CML — marked neutrophilic leukocytosis with a full myeloid spectrum, myelocyte peak, and basophilia.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Basophilia and splenomegaly favor a myeloproliferative neoplasm over a leukemoid reaction.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BCR-ABL1 (FISH/RT-PCR) and t(9;22).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leukemoid reaction lacks basophilia and resolves with treatment of the trigger.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Basophilia is the high-yield discriminator: characteristic of CML and essentially absent in a reactive leukemoid reaction.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abnormal promyelocytes with Auer-rod bundles, low fibrinogen, and high D-dimer require: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Routine 48–72 h processing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Immediate notification + expedited coagulation and PML-RARA / t(15;17) testing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Iron studies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Repeat CBC in a week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Hemoglobin electrophoresis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Immediate notification + expedited APL workup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APL with DIC — a hematologic emergency; rapid communication and confirmatory PML-RARA/t(15;17) testing are essential.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best distinguishes CML from a leukemoid reaction?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Toxic granulation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Basophilia and BCR-ABL1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Elevated CRP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left shift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Neutrophil count alone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Basophilia and BCR-ABL1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Basophilia is characteristic of CML and absent in leukemoid reactions; BCR-ABL1 / t(9;22) confirms CML.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asymptomatic older adult with mature lymphocytosis and abundant smudge cells is best characterized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Bone marrow biopsy first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Flow cytometry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Hemoglobin electrophoresis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LDH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Reticulocyte count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Flow cytometry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suggests CLL; flow cytometry identifies and characterizes the clonal B-cell population and is the key initial test.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leukocytosis is reactive — read the smear and absolute counts to catch the case that isn’t.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is usually reactive; circulating blasts are not.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Basophilia + full myeloid spectrum → think CML; confirm with BCR-ABL1.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 (promyelocytes + DIC) is a same-hour emergency — notify and expedite confirmatory testing.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Unexplained/persistent cytopenias and blood blasts warrant flow cytometry and marrow evaluation.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Khoury JD, et al. WHO Classification of Haematolymphoid Tumours, 5th ed. Leukemia. 2022.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Arber DA, et al. International Consensus Classification. Blood. 2022.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Keohane EM, et al. Rodak’s Hematology, 6th ed. Elsevier, 2020.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CAP/CLSI guidelines for the manual differential and smear review.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Leukocytosis, Cytopenias &amp; Acute Leukemia Screening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2026-06-28T06:02:13Z</dcterms:created>
  <dcterms:modified xsi:type="dcterms:W3CDTF">2026-06-28T06:02:13Z</dcterms:modified>
</cp:coreProperties>
</file>