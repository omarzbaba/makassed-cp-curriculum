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C62133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C62133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C62133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C6213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·  LECTURE 2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Anemia &amp; Red Cell Disorders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Mechanism-Based Approach, Hemolysis, and Hemoglobinopathies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the initial classification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Retic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production defects from loss/hemolysis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HPLC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Hemoglobinopathies are confirmed by separation methods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Anemia is a finding, not a diagnosis. A mechanism-based approach — size, then marrow response, then targeted testing — efficiently reaches the cause, including the hemoglobinopathies relevant to this region.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by MCV, then ask the marrow: is the reticulocyte response appropriate? That splits production defects from loss/hemolysis.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anemia by MCV and reticulocyte response.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up microcytic anemia (iron studies; thalassemia).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up macrocytic anemia (B12/folate; MDS).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and confirm hemolysis.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hemoglobinopathy testing (HPLC/electrophoresis).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logical, cost-conscious workup.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MCV + reticulocytes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Microcytic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iron vs thalassemia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Macrocytic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megaloblastic vs not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&amp; Hb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confirmation and hemoglobinopathies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Classifying Anemia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MCV-Based Approach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507992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heme_anem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251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06247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MCV narrows the differential; the reticulocyte response then separates underproduction from loss/hemolysis.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Size, Then Marrow Response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MCV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Microcytic, normocytic, or macrocytic frames the differential.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category has a focused next test.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RDW adds information about heterogeneity.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smear alongside the indices.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RETICULOCYTES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reticulocytes = underproduction; high = blood loss or hemolysis.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reticulocyte response reframes any MCV category.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whether to look at marrow vs destruction.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Cost-efficient triage.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Microcytic, Macrocytic &amp; Hemolysis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MICROCYTIC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Deficiency vs Thalassemia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DEFICIENCY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ferritin is the most specific marker; high RDW; high TIBC, low transferrin saturation.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Pursue the cause (often GI loss in adults).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Ferritin is an acute-phase reactant — may be falsely normal in inflammation.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Responds to iron with a reticulocytosis.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THALASSEMIA TRAIT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Disproportionately low MCV with a near-normal RDW and high-normal RBC count.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iron studies.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hemoglobin analysis (β-thal: ↑HbA2).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iron over-treatment.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MACROCYTIC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Megaloblastic vs Non-Megaloblastic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MEGALOBLASTIC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 or folate deficiency → hypersegmented neutrophils, oval macrocytes.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cause pancytopenia and elevated LDH/indirect bilirubin (ineffective erythropoiesis).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B12, folate, methylmalonic acid.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 features with B12 deficiency.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NON-MEGALOBLASTIC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 disease, alcohol, hypothyroidism, reticulocytosis, drugs.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Myelodysplastic syndrome in older patients.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 and history distinguish causes.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MDS may need marrow evaluation.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MORPHOLOGY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in Anemia &amp; Hemolysis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87952"/>
          </a:xfrm>
          <a:prstGeom prst="roundRect">
            <a:avLst>
              <a:gd name="adj" fmla="val 196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heme_mor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Red-cell shape localizes the cause: schistocytes (microangiopathy), spherocytes (immune/HS), bite cells (G6PD), target cells (Hb disorders).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HEMOLYSIS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Hemolysis &amp; Hemoglobinopathies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WORKUP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Reticulocytosis, high LDH, high indirect bilirubin, LOW haptoglobin.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(Coombs) separates immune from non-immune.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Smear: schistocytes (microangiopathy), spherocytes (immune/HS), bite cells (G6PD).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treat the cause.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HEMOGLOBINOPATHIES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Hemoglobin separation (HPLC/electrophoresis) identifies HbS, HbC, and ↑HbA2 (β-thal trait).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Sickle solubility screens but does not distinguish trait from disease.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CBC, smear, and family/ethnic background.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structural variants by a second method.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woman has microcytic anemia, high RDW, low ferritin, and high TIBC.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diagnosis and the essential next step?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Iron Deficiency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ferritin with microcytosis and high RDW confirms iron-deficiency anemia.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source of loss (commonly GI in adults).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with iron and confirm a reticulocyte response.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Ferritin can be falsely normal in inflammation.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ferritin is the most specific test for iron deficiency — then find and treat the cause of loss.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has microcytosis with a near-normal RDW, high RBC count, and normal iron studies; HbA2 is elevated.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indicate?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Beta-Thalassemia Trait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Microcytosis with normal iron studies and elevated HbA2 indicates β-thalassemia trait.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high-normal RBC count with disproportionately low MCV is a clue.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unnecessary iron therapy.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genetic counseling where appropriate.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Microcytosis with normal iron studies and ↑HbA2 is β-thalassemia trait — not iron deficiency; do not over-treat with iron.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has anemia with reticulocytosis, high LDH, high indirect bilirubin, and undetectable haptoglobin; the DAT is positive.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occurring, and what does the DAT add?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Immune Hemolytic Anemia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indicates hemolysis; a positive DAT identifies an immune (autoimmune) mechanism.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haptoglobin and high LDH/indirect bilirubin support intravascular/extravascular hemolysis.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Spherocytes may be seen on the smear.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cause (drug, autoimmune, lymphoproliferative).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= high LDH/indirect bilirubin + low haptoglobin + reticulocytosis; the DAT then separates immune from non-immune causes.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specific laboratory marker of iron-deficiency anemia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Serum iron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Low ferritin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MCV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RDW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Transferrin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best distinguishes β-thalassemia trait from iron deficiency?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High RDW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Low ferritin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Elevated HbA2 with normal iron studies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High TIBC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Low RBC count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triad confirming hemolysis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High haptoglobin, low LDH, low retic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Low haptoglobin, high LDH, high indirect bilirubin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High ferritin, low MCV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High B12, low folate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Low RDW, high MCHC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direct antiglobulin test (DAT) in a hemolytic anemia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Microangiopathy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 immune (antibody-mediated) mechanism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G6PD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Hereditary spherocytosis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Thalassemia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anemia by MCV, then use the reticulocyte response to separate underproduction from loss/hemolysis.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Microcytic: low ferritin = iron deficiency (find the source); normal iron + ↑HbA2 = β-thalassemia trait (don’t over-treat with iron).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Macrocytic: distinguish megaloblastic (B12/folate; hypersegmented neutrophils) from non-megaloblastic (liver, alcohol, MDS).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hemolysis with ↑LDH, ↑indirect bilirubin, low haptoglobin, reticulocytosis; the DAT separates immune from non-immune.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hemoglobinopathies with HPLC/electrophoresis and correlate with CBC, smear, and background.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Keohane E, et al. Rodak’s Hematology, 6th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Bain BJ. Blood Cells: A Practical Guide, 6th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Hoffman R, et al. Hematology: Basic Principles and Practice.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guidance on hemoglobinopathy testing.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direct antiglobulin test (DAT) in a hemolytic anemia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Microangiopathy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 immune (antibody-mediated) mechanism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G6PD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Hereditary spherocytosis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Thalassemia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Immune mechanism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 detects antibody/complement on red cells, identifying immune-mediated hemolysis.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triad confirming hemolysis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High haptoglobin, low LDH, low retic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Low haptoglobin, high LDH, high indirect bilirubin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High ferritin, low MCV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High B12, low folate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Low RDW, high MCHC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Low haptoglobin, high LDH, high indirect bilirubin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releases LDH and bilirubin and consumes haptoglobin, with a compensatory reticulocytosis.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best distinguishes β-thalassemia trait from iron deficiency?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High RDW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Low ferritin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Elevated HbA2 with normal iron studies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High TIBC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Low RBC count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↑HbA2 with normal iron studies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β-thalassemia trait shows elevated HbA2 and normal iron studies; iron deficiency shows low ferritin and high RDW.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specific laboratory marker of iron-deficiency anemia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Serum iron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Low ferritin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MCV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RDW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Transferrin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Low ferritin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ferritin reflects depleted iron stores; note it can be falsely normal as an acute-phase reactant.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Anemia &amp; Red Cell Disorders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2026-06-28T07:20:09Z</dcterms:created>
  <dcterms:modified xsi:type="dcterms:W3CDTF">2026-06-28T07:20:09Z</dcterms:modified>
</cp:coreProperties>
</file>