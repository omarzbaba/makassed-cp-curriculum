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455A64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455A64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455A64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455A6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MANAGEMENT  ·  LECTURE 5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Utilization, Cost &amp; Leadership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Stewardship, Operations, and Leading the Laboratory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medical decisions are informed by lab data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Stewardship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test at the right time — no more, no less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cost are managed together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delivers enormous clinical value at a small fraction of healthcare cost — but only when tests are used wisely and operations are well led. Utilization management and leadership turn the lab into a value center.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data informs most clinical decisions — utilization stewardship maximizes value, not just minimizes cost.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test utilization management and stewardship.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over- and under-utilization and interventions.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basic laboratory cost and operations concepts.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metrics (TAT, cost per test, productivity) to manage.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medical director’s leadership role.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utilization to quality and patient value.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stewardship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right test, right time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reducing waste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operations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metrics that matter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director’s role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Management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UTILIZATION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Stewardship Across the Pathway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343400"/>
          </a:xfrm>
          <a:prstGeom prst="roundRect">
            <a:avLst>
              <a:gd name="adj" fmla="val 189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lab_u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087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Utilization management spans ordering, formulary, decision support, and feedback — the right test at the right time.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UTILIZATION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 and Under-Utilization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OVER-UTILIZATION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orders, excessive repeat testing, and low-value panels waste resources and cause false positives.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routine labs without indication.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tests ordered without need.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downstream cascades.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UNDER-UTILIZATION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indicated tests also harms patients — stewardship is not just cutting.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to order appropriate monitoring.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in screening.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the right test, not the fewest tests.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INTERVENTIONS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Interventions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INTERVENTIONS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decision support, order-set design, and duplicate-order alerts steer ordering.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Formulary management and reflex algorithms.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retest intervals.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Gatekeeping for expensive send-outs.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INTERVENTIONS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and audit-and-feedback change behavior, especially with data.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clinical champions.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right choice the easy default.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and sustain the change.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Operations &amp; Leadership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COST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Operations Concepts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STRUCTURE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fixed from variable costs; understand cost per reportable result.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vs send-out trade-offs.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is a major cost driver.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vs operating decisions.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METRICS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 time, productivity, error rates, and cost per test guide management.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methods reduce waste and variation.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efficiency with quality.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dashboards for real-time oversight.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as a Value Center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FRAMING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informs most clinical decisions at a small fraction of total cost.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quality and outcomes per cost, not cost alone.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testing improves care and reduces downstream spend.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the lab as a partner, not a cost center.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DEMONSTRATING VALUE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impact: avoided complications, faster diagnosis, reduced length of stay.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utilization work to outcomes.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value to leadership.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 with governance.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LEADERSHIP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Medical Director’s Role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responsibility for quality, compliance, personnel, and clinical consultation.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quality and safety culture.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the lab and clinical teams.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Champions utilization stewardship.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PEOPLE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leadership develops staff, manages change, and sustains a just culture.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communication and shared goals.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Data-informed decisions.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Mentoring and succession planning.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routine coagulation panels are ordered on stable inpatients well beyond clinical need.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intervention would most effectively curb this over-utilization?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Curbing Over-Utilization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decision support, order-set redesign, and minimum-retest intervals with audit-and-feedback.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appropriate choice the default.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clinical champions and share data.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effect and sustain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utilization interventions change the system (defaults, alerts, retest limits) and reinforce with audit-and-feedback.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asks the lab to cut costs by eliminating a test that is clinically important but low-volume.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stewardship principles guide the response?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Value, Not Just Cost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Stewardship optimizes value — cutting an indicated test can harm patients and raise downstream costs.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clinical impact, not just direct cost.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send-out vs in-house for low volume.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decisions around value and outcomes.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management is about value, not blanket cost-cutting — eliminating indicated testing can increase total cost of care.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molecular send-out is expensive and frequently ordered without clear indication.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governance approach balances access and cost?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Gatekeeping Send-Outs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gatekeeping/approval pathway with criteria and pathologist consultation for high-cost send-outs.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guidance and reflex algorithms.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access for appropriate cases.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utilization and outcomes.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High-cost send-outs benefit from criteria-based gatekeeping with expert consultation — balancing appropriate access against waste.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of laboratory utilization management is best described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Ordering the fewest tests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The right test at the right time for the right patient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Maximizing test volume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Eliminating send-outs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Reducing staff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Right test, right time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Stewardship optimizes appropriateness and value — addressing both over- and under-utilization.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intervention is generally MOST effective at reducing inappropriate ordering?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one-time email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System changes (decision support, order sets) plus audit-and-feedback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Posting a sign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Annual lecture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Hoping for change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System changes + feedback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change comes from redesigning the ordering system and reinforcing with data-driven feedback.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Approximately what share of clinical decisions are informed by laboratory data?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~5%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~20%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~70%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~95%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~100%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~70%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results inform roughly 70% of medical decisions at a small fraction of total healthcare cost — a high-value service.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Ultimate responsibility for laboratory quality and compliance rests with the: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Phlebotomy team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Laboratory (medical) director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Billing office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EHR vendor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Accreditor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Laboratory director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director holds overall responsibility for quality, compliance, personnel, and clinical consultation.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stewardship means the right test at the right time — addressing both over- and under-utilization, not just cost.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interventions change the system (decision support, order sets, retest limits) reinforced by audit-and-feedback.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metrics: turnaround time, cost per test, productivity, and error rates; apply Lean thinking.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the laboratory as a value center — it informs ~70% of decisions at a small fraction of cost.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director holds overall responsibility and sets the quality, safety, and stewardship culture.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Lewandrowski K. Utilization management in the clinical laboratory.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Institute for Quality Management in Healthcare / CAP utilization resources.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Hallworth MJ. The 70% claim and the value of laboratory medicine. Ann Clin Biochem.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GP49 and laboratory operations references.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Utilization, Cost &amp; Leadership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2026-06-28T07:13:50Z</dcterms:created>
  <dcterms:modified xsi:type="dcterms:W3CDTF">2026-06-28T07:13:50Z</dcterms:modified>
</cp:coreProperties>
</file>