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Management, Cost Awareness &amp; Leadership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Testing, Value, and Leading Change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outcomes per cost — the goal of stewardship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Low-value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unnecessary testing improves quality and cost together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Pathologists are consultants and change agents, not just result-generators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adds value by ensuring the right test is done at the right time and interpreted correctly. Utilization management, cost awareness, and leadership skills turn the pathologist into a steward of diagnostic quality.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low-value testing is one of the few interventions that improves quality AND lowers cost simultaneously.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test-utilization and diagnostic-stewardship principles.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formulary thinking for send-out tests.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consultative pathology.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a quality-improvement project (PDSA).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cost awareness and the concept of value.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laboratory leadership and change-management skills.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utilization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the right test at the right time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&amp; cost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formulary thinking and value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Consultative pathology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adding interpretive value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 &amp; leadership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PDSA and leading change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Utilization, Cost &amp; Value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UTILIZATION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Stewardship Across the Testing Cycle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lab_u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The right test, at the right time, with the right interpretation — supported by order sets, alerts, and gatekeeping.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UTILIZATION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Low-Value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OVER-USE PATTERNS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routine labs without indication; duplicate orders; overly frequent retesting.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panels when a single test is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Inappropriate send-outs available in-house or rarely actionable.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with no impact on management.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 THAT WORK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Order-set redesign and reflex algorithms; duplicate alerts and minimum retest intervals.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gatekeeping / formulary review by the laboratory.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plus audit-and-feedback to ordering clinicians.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right choice the easy default.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COST &amp;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About Cost and Value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AWARENESS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direct (reagents, labor) and downstream costs (follow-up of false positives).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Send-outs and esoteric tests are high-cost — formulary management matters.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test ordered unnecessarily still generates cost and harm.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Reimbursement and coding affect sustainability.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quality and outcomes achieved per cost.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Eliminating low-value testing raises value on both axes.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testing improves diagnostic accuracy and patient experience.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stewardship as quality improvement, not rationing.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Consultation, QI &amp; Leadership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CONSULTATION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Consultative Pathology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INTERPRETIVE VALUE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test selection and interpretation — the pathologist as diagnostic consultant.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interpretive comments and proactive outreach on complex results.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diagnostic management teams for complex workups.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 between the laboratory and the bedside.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 METHODOLOGY (PDSA)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Plan-Do-Study-Act cycles structure improvement around a measurable aim.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SMART aim and balanced measures.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small changes, study results, then scale or adapt.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 gains with standard work and monitoring.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LEADERSHIP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Change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MANAGEMENT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stakeholders early; understand the workflow you are changing.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data and a compelling aim to build the case.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 resistance; align incentives.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Communicate, pilot, and iterate.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SKILLS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teams, give feedback, and resolve conflict constructively.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Steward finances and people, not just assays.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just, quality-focused culture.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others — leadership is multiplied through the team.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order a costly send-out genetic test frequently, but a review shows results rarely change management and an in-house alternative exists for most cases.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utilization strategy is appropriate, and how would you frame it?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Send-Out Gatekeeping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send-out formulary management: require laboratory review/approval for the high-cost test.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an in-house alternative or reflex pathway where appropriate.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audit-and-feedback and order-set changes to guide appropriate use.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it as improving value (quality + cost), not denying care.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stewardship for send-outs combines gatekeeping, better defaults, and education — framed as raising value, not rationing.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 wants to reduce unnecessary daily coagulation testing on a ward. The medical director proposes a structured improvement project.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methodology and elements should the project include?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A PDSA Utilization Project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PDSA (Plan-Do-Study-Act) quality-improvement cycle with a measurable aim.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Plan: define the aim (e.g., reduce inappropriate daily PT/aPTT by X%), measures, and intervention (order-set change, minimum retest interval).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Do/Study: pilot, then analyze utilization and any balancing measures (missed needed tests).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Act: scale, standardize, and monitor to sustain the gain.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utilization initiatives as PDSA projects with clear aims, interventions, and balanced measures — then sustain with standard work.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Reducing low-value laboratory testing is notable because it can: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Only reduce cost at the expense of quality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Improve quality AND reduce cost simultaneously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Always reduce revenue harmfully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Only be achieved by rationing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Have no measurable effect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Improve quality and reduce cost together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Eliminating unnecessary tests reduces false positives, downstream workups, and cost while improving diagnostic appropriateness — raising value on both axes.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the STRONGEST lever for changing ordering behavior?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one-time lecture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email reminder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Order-set/default redesign with decision support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policy memo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Hoping clinicians change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Order-set/default redesign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the default and embedding decision support makes the appropriate choice easy; passive education alone is the weakest intervention.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PDSA cycle is best described as: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one-time audit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 iterative plan-do-study-act improvement method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regulatory inspection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 billing process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statistical QC rule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Iterative improvement method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PDSA structures continuous improvement: plan a change around an aim, test it, study results, then act — scaling or adapting — in repeated cycles.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stewardship ensures the right test at the right time with the right interpretation — reducing low-value testing raises quality and lowers cost.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utilization levers are order-set/default redesign and decision support; education alone is weak.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send-outs with formulary review, in-house alternatives, and audit-and-feedback — framed as value, not rationing.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consultative pathology: guide selection and interpretation and lead diagnostic management.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change with PDSA cycles, clear aims, balanced measures, stakeholder engagement, and sustained standard work.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Lewandrowski K. Managing utilization of the clinical laboratory (reviews).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Institute for Healthcare Improvement. The Model for Improvement (PDSA).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Choosing Wisely campaign — laboratory recommendations.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Porter ME. What is value in health care? N Engl J Med. 2010.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Utilization Management, Cost Awareness &amp; Leadership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2026-06-28T05:57:52Z</dcterms:created>
  <dcterms:modified xsi:type="dcterms:W3CDTF">2026-06-28T05:57:52Z</dcterms:modified>
</cp:coreProperties>
</file>