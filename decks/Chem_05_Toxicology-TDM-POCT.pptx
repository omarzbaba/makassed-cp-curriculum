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1565C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1565C0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Toxicology, TDM &amp; Point-of-Care Testing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vs Confirmation, Drug Monitoring, and Governance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drug screen is presumptive until mass spectrometry confirms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Trough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therapeutic drug monitoring is interpreted at steady-state trough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Point-of-care testing needs the same oversight as the main lab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Toxicology and TDM are interpretation-and-governance disciplines: knowing the difference between a screen and a confirmation, when to sample, and how to keep decentralized testing safe.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Cross-reactivity makes screens fast but fallible — never report a definitive toxicology result on an immunoassay screen alone.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screening immunoassays from confirmatory mass spectrometry.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common drug-screen cross-reactivities and adulteration.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TDM principles (steady state, trough/peak, free drug).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specific high-yield drug levels (vancomycin, digoxin, lithium, phenytoin).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point-of-care testing governance and quality requirements.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method validation essentials and reference intervals.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Toxicology testing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screen vs confirm; cross-reactivity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drug monitoring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sampling and free drug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drug levels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vancomycin, digoxin, lithium, phenytoin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 &amp; validation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governance and performance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Toxicology: Screen vs Confirm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TOXICOLOGY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and Confirmation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49528" y="1481328"/>
            <a:ext cx="9692640" cy="3602736"/>
          </a:xfrm>
          <a:prstGeom prst="roundRect">
            <a:avLst>
              <a:gd name="adj" fmla="val 2284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chem_t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544" y="1609344"/>
            <a:ext cx="9436608" cy="33467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1572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Immunoassay screens are presumptive; GC-MS / LC-MS/MS provide definitive identification and quantitation.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TOXICOLOGY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Cross-Reactivity and Adulteration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&amp; NEGATIVES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Cross-reactivity: some decongestants/antihistamines with amphetamines; quinolones with opiates.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Opiate screens may MISS synthetic/semisynthetic opioids (fentanyl, oxycodone) — use targeted assays.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Adulteration/dilution affects urine screens (check creatinine, pH, oxidants, specific gravity).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screen does not exclude all drugs.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GC-MS and LC-MS/MS identify and quantify specific compounds.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any consequential (clinical, forensic, employment) result.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cross-reactivity by exact mass/fragmentation.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presumptive vs confirmed clearly.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Therapeutic Drug Monitoring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TDM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Sample for TDM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49528" y="1481328"/>
            <a:ext cx="969264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chem_t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544" y="1609344"/>
            <a:ext cx="9436608" cy="3767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Sample at steady state (~5 half-lives), usually as a trough; interpret FREE drug when binding is altered.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TDM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 of Drug Monitoring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AND WHAT TO SAMPLE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narrow-therapeutic-index drugs (vancomycin, aminoglycosides, digoxin, lithium, antiepileptics, immunosuppressants).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at STEADY STATE (~5 half-lives) unless assessing toxicity.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Trough for most agents; specific peak/AUC for aminoglycosides/vancomycin.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errors are the commonest cause of misinterpretation.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DRUG &amp; METABOLITES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(unbound) drug matters when protein binding changes (phenytoin in hypoalbuminemia/uremia).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metabolites may not be measured by the assay.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Digoxin: draw ≥ 6–8 h post-dose (avoid the distribution phase).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the level with clinical effect and toxicity.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HIGH-YIELD LEVELS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Drugs to Know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88536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 / caveat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Toxicity clue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Vancomycin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AUC-guided (or trough); steady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Nephrotoxicity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Aminoglycosides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(efficacy) and trough (toxicity)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Nephro-/ototoxicity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Digoxin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6–8 h post-dose; ↑ by hypokalemia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Nausea, arrhythmia, visual changes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12-h post-dose trough; narrow window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Tremor, confusion, renal/thyroid effects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Phenytoin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level if low albumin/uremia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Nystagmus, ataxia despite normal 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and protein binding define interpretation — the right level at the wrong time gives the wrong answer.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POCT, Validation, Cases &amp; Board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POCT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Point-of-Care Testing Governance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GOVERNANCE MATTERS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 is performed by non-laboratorians across many sites — a large error surface.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operator training/competency, QC, connectivity, and documentation.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verification and reagent storage are common failure points.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sits with the laboratory medical director under CLIA/accreditation.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ESSENTIALS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precision, analytical sensitivity (LoD), specificity, reportable range, reference interval.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FDA-cleared assays require verification; laboratory-developed tests require full validation.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comparison/correlation with the central lab.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Critical-value pathways from the bedside into the record.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pre-employment urine screen is positive for amphetamines. The donor takes an OTC decongestant and denies stimulant use. The sample goes for confirmation.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the laboratory handle the discrepancy, and what does confirmation add?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Presumptive Positive Screen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immunoassay screen is presumptive and cross-reacts with sympathomimetics like some decongestants.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Definitive results require GC-MS or LC-MS/MS.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distinguishes true amphetamine/methamphetamine from cross-reactors.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screens as presumptive; act only on confirmed results in consequential settings.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release a consequential toxicology result on a screen alone — confirm by mass spectrometry, which resolves cross-reactivity.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on phenytoin with hypoalbuminemia has a low-normal TOTAL phenytoin but clinical toxicity (nystagmus, ataxia).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 total level misleading, and what test clarifies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Free Phenytoin in Hypoalbuminemia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Phenytoin is highly protein-bound; in hypoalbuminemia the free (active) fraction rises while total appears normal/low.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is clinically toxic because free drug is elevated.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FREE phenytoin (or correct with the Sheiner-Tozer estimate).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dosing to the free level and clinical effect.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highly protein-bound drugs in altered-binding states (low albumin, uremia), interpret the FREE level, not the total.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digoxin level drawn 2 hours after the dose is high, but the patient is asymptomatic with a normal ECG.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may this level be misleading, and when should it be drawn?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Digoxin Sampling Timing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level drawn during the distribution phase (too soon) overestimates the tissue-equilibrated concentration.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digoxin at least 6–8 hours post-dose.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Hypokalemia and hypomagnesemia potentiate toxicity at any level.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with symptoms and the ECG, not the number alone.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Digoxin must be sampled after distribution (≥ 6–8 h); an early draw reads falsely high.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urine immunoassay is positive for opiates but the patient only takes oxycodone. The likely explanation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true positive for morphine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Opiate screens may not reliably detect semisynthetic/synthetic opioids; targeted testing is needed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Sample adulteration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hook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Heterophile antibody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Screens may miss semisynthetic/synthetic opioids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opiate immunoassays are calibrated to morphine/codeine and can under-detect oxycodone/fentanyl; targeted assays or LC-MS/MS are required.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should a trough be drawn for routine TDM?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Immediately after the first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At the peak after any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At steady state, just before the next dose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Randomly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Only when toxicity is suspected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At steady state, pre-dose (trough)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 (~5 half-lives) with a pre-dose trough gives the most interpretable, reproducible level for most monitored drugs.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laboratory-developed test (not FDA-cleared) requires which before clinical use?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Verification of manufacturer claims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Full validation of accuracy, precision, sensitivity, specificity, linearity, reference interval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additional study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Only a reference interval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Only proficiency testing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Full validation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FDA-cleared assays require verification; laboratory-developed tests require full validation of all performance characteristics.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toxic phenytoin effect with a normal TOTAL level in a hypoalbuminemic patient is best explained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Assay interference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Elevated FREE (unbound) phenytoin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Hook effect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Wrong sampling time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Macro-analyte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Elevated free phenytoin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albumin raises the unbound active fraction; total level underestimates the effective concentration. Measure free phenytoin.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screens are presumptive and cross-react; confirm consequential results by GC-MS / LC-MS/MS.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opiate screens can miss synthetic/semisynthetic opioids — use targeted assays.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TDM: sample at steady state, usually as a trough; interpret FREE drug when protein binding is altered; time digoxin ≥ 6–8 h post-dose.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POCT needs main-lab-grade governance: competency, QC, correlation, connectivity, director oversight.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laboratory-developed tests fully; verify FDA-cleared assays.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et al. Tietz Textbook of Clinical Chemistry,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CLSI EP15/EP06/EP07: precision, linearity, and interference.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Clarke W (ed). Contemporary Practice in Clinical Chemistry, AACC Press.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POCT documents (governance and quality).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Toxicology, TDM &amp; Point-of-Care Testing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2026-06-28T06:50:00Z</dcterms:created>
  <dcterms:modified xsi:type="dcterms:W3CDTF">2026-06-28T06:50:00Z</dcterms:modified>
</cp:coreProperties>
</file>