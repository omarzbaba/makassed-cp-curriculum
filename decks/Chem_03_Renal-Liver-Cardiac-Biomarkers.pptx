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1565C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1565C0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Renal, Liver &amp; Cardiac Biomarkers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Patterns, Kinetics, and Common Misuse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is a late, imperfect marker of kidney function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LFTs are read as a pattern, not as isolated numbers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troponin needs a serial rise/fall, not one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biomarkers clinicians call about most. The consultative value is in interpretation patterns, kinetics, and recognizing the ways each test is misused.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elevated troponin is not an MI; a single normal creatinine is not normal kidney function — context and kinetics decide.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creatinine, eGFR equations, and cystatin C.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KDIGO concept of acute kidney injury.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hepatocellular versus cholestatic LFT patterns and synthetic function.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high-sensitivity troponin kinetics and the universal MI definition.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natriuretic peptides appropriately.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macro-analytes and biomarker misuse.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markers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creatinine, eGFR, cystatin C, AKI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patterns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hepatocellular vs cholestatic; function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markers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troponin kinetics, natriuretic peptides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&amp; misuse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macro-analytes, overordering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Markers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Creatinine, eGFR, and Cystatin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&amp; EGFR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depends on muscle mass, diet, and tubular secretion — it rises late as GFR falls.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(CKD-EPI; 2021 race-free equation) estimates function.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(trimethoprim, cimetidine) raise creatinine by blocking secretion without changing GFR.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lags acute changes — a 'normal' value early in AKI is misleading.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CYSTATIN 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marker largely independent of muscle mass.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creatinine is unreliable (extremes of muscle, cirrhosis, amputees).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creatinine–cystatin C eGFR improves accuracy.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thyroid disease and steroids.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Kidney Injury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AKI (KDIGO)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creatinine ≥ 0.3 mg/dL in 48 h, or ≥1.5× baseline within 7 days, or oliguria.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by the magnitude of creatinine rise and urine output.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lags — so early AKI may have a still-'normal' value.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Urinalysis and urine indices help localize the cause.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 VS INTRINSIC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Pre-renal: BUN:creatinine often &amp;gt; 20:1; bland urine; low FeNa.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(ATN): muddy-brown casts; FeNa often &amp;gt; 2%.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Post-renal: obstruction — imaging.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FeNa cautiously (diuretics, CKD).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&amp; Cardiac Markers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LIVER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Liver Panel as a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l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630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Separate hepatocellular from cholestatic injury, and injury markers from synthetic function.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LIVER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HEPATOCELLULAR VS CHOLESTATIC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Hepatocellular: ALT/AST predominate (viral, toxic, ischemic, autoimmune).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AST:ALT &amp;gt; 2 with modest elevation suggests alcoholic liver disease.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Cholestatic: ALP and GGT predominate (obstruction, PBC, drugs).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GGT confirms a hepatic source of an elevated ALP (vs bone).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VS INJURY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ALT/AST/ALP measure injury; bilirubin, albumin, PT/INR measure FUNCTION.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failure: low albumin, prolonged PT/INR.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unconjugated hyperbilirubinemia: hemolysis or Gilbert.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Conjugated hyperbilirubinemia → hepatobiliary disease.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CARDIAC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Troponin Kinetics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9528" y="1481328"/>
            <a:ext cx="9692640" cy="4151376"/>
          </a:xfrm>
          <a:prstGeom prst="roundRect">
            <a:avLst>
              <a:gd name="adj" fmla="val 198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tropon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4" y="1609344"/>
            <a:ext cx="9436608" cy="3895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Acute injury produces a rise-and-fall around the 99th-percentile URL; chronic elevation is stable.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CARDIAC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and Natriuretic Peptides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INTERPRETATION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&amp;gt; 99th-percentile URL defines myocardial injury; a rising/falling pattern defines ACUTE injury.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assays use sex-specific URLs and 0/1- or 0/2-hour delta protocols.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stable elevation: CKD, heart failure, structural disease — not MI by itself.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(plaque rupture) vs type 2 (supply-demand) needs clinical correlation.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/ NT-PROBNP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with ventricular wall stress — strong NEGATIVE predictive value to rule out heart failure.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with age and renal impairment; lower in obesity.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NT-proBNP is renally cleared and runs higher than BNP.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don’t replace, the clinical diagnosis.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PITFALLS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Macro-Analytes &amp; Common Misuse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MACRO-ANALYTES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Macro-CK and macro-AST: immunoglobulin-bound → persistently high, silent.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Macroprolactin: spurious hyperprolactinemia — confirm with PEG precipitation.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when an isolated marker is high without clinical correlate.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with alternative methods or PEG.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troponin without a pretest probability of ACS → false-positive-driven workups.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BNP in isolation to diagnose dyspnea.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LFTs without a pattern-based plan.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drug effects on creatinine.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advanced CKD has a troponin persistently just above the URL, unchanged across three serial draws, with no ischemic symptoms or ECG changes.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acute MI? How does the pattern guide you?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Chronic Troponin Elevation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elevation without a rise/fall is chronic myocardial injury, not an acute MI.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CKD, heart failure, and structural disease cause stable elevations.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MI requires a dynamic rise and/or fall on serial hs-troponin plus clinical/ECG context.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each patient’s baseline.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high-sensitivity troponin, the DELTA matters more than a single value — stable = chronic, dynamic = acute.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has ALP three times the upper limit. The team asks whether this is from liver or bone.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add-on test resolves the source, and how?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Isolated High ALP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GGT: an elevated GGT confirms a hepatic (biliary) source of the high ALP.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GGT points to a non-hepatic source (bone, placenta, intestine).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isoenzyme fractionation is an alternative.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clinical context and other LFTs.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GGT is the reflex test for an isolated high ALP: GGT up → hepatic; GGT normal → bone/placenta/intestine.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asymptomatic woman has an isolated, persistently elevated prolactin. Imaging is normal. PEG precipitation recovers a normal prolactin.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cause of the apparent hyperprolactinemia?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Macroprolactin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Macroprolactin (prolactin–IgG complex) caused spurious hyperprolactinemia.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biologically inactive but immunoreactive.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precipitation removes it; normal recovered prolactin confirms macroprolactin.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it avoids unnecessary imaging and treatment.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asymptomatic hyperprolactinemia warrants a macroprolactin check (PEG) before pursuing a prolactinoma.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acute MI from chronic troponin elevation?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Any value above the URL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dynamic rise and/or fall on serial testing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single very high value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Coexisting high BNP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Elevated creatinine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 dynamic rise/fall on serial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injury shows a changing pattern around the URL; chronic conditions show stable elevations.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elevated ALP with a normal GGT most likely originates from: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Bile ducts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Liver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Bone (or placenta/intestine)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Muscle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Bone (non-hepatic)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GGT confirms a hepatic source of ALP; a normal GGT points to bone, placenta, or intestine.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raises serum creatinine without reducing true GFR. The mechanism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Increased muscle breakdown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Inhibition of tubular creatinine secretion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Hemoconcentration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Assay cross-reactivity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Increased dietary protein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Inhibition of tubular secretion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Trimethoprim and cimetidine block tubular creatinine secretion, raising serum creatinine without changing GFR.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finding best supports a PRE-renal cause of acute kidney injury?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Muddy-brown granular casts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FeNa &amp;gt; 2%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BUN:creatinine &amp;gt; 20:1 with bland urine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Hydronephrosis on imaging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Eosinophiluria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BUN:Cr &amp;gt; 20:1 with bland urine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 azotemia shows a high BUN:creatinine ratio, low FeNa, and bland urine; muddy-brown casts and high FeNa indicate ATN.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rises late; use eGFR (race-free CKD-EPI) and cystatin C when creatinine is unreliable; know KDIGO AKI.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LFTs as a pattern and separate injury (ALT/AST/ALP) from function (albumin, PT/INR, bilirubin); GGT localizes a high ALP.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troponin: the serial delta defines acute injury; stable elevation = chronic.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BNP/NT-proBNP mainly to rule out heart failure; adjust for age, renal function, obesity.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macro-analytes (macro-CK, macroprolactin) for isolated, clinically silent elevations.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et al. Tietz Textbook of Clinical Chemistry,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Thygesen K, et al. Fourth Universal Definition of Myocardial Infarction. Circulation.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Inker LA, et al. New creatinine- and cystatin C-based eGFR equations. N Engl J Med. 2021.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KDIGO Clinical Practice Guideline for Acute Kidney Injury.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Renal, Liver &amp; Cardiac Biomarkers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2026-06-28T06:50:00Z</dcterms:created>
  <dcterms:modified xsi:type="dcterms:W3CDTF">2026-06-28T06:50:00Z</dcterms:modified>
</cp:coreProperties>
</file>