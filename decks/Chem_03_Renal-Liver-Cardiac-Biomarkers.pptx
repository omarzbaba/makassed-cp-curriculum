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Renal, Liver &amp; Cardiac Biomarkers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Patterns and Common Misuse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eGFR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is a late, imperfect marker of kidney function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LFTs are read as a pattern, not as isolated numbers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High-sensitivity troponin needs a serial rise/fall, not one value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biomarkers clinicians call about most. The consultative value is in interpretation patterns, kinetics, and recognizing the common ways each test is misused.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elevated troponin is not a myocardial infarction; a single normal creatinine is not normal kidney function — context and kinetics decide.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creatinine, eGFR equations, and cystatin C.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hepatocellular versus cholestatic LFT patterns.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high-sensitivity troponin kinetics to acute coronary evaluation.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natriuretic peptides appropriately.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analyte-specific interferences (macro-CK, macroprolactin).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common biomarker misuse.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markers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creatinine, eGFR, cystatin 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 patterns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hepatocellular vs cholestatic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markers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troponin kinetics, natriuretic peptides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&amp; misuse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macro-analytes, overordering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&amp; Liver Markers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Creatinine, eGFR, and Cystatin 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&amp; EGFR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depends on muscle mass, diet, and tubular secretion — it rises late as GFR falls.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eGFR equations (CKD-EPI) estimate function; the 2021 race-free equation is now standard.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kidney injury is defined by a rise in creatinine and/or fall in urine output.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(e.g., trimethoprim, cimetidine) raise creatinine by blocking secretion without changing GFR.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CYSTATIN 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marker largely independent of muscle mass.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when creatinine is unreliable (extremes of muscle, amputees, cirrhosis).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creatinine–cystatin C eGFR improves accuracy.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by thyroid disease and steroids.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LIVER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LFT Pattern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HEPATOCELLULAR VS CHOLESTATIC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Hepatocellular: ALT/AST predominate (viral, toxic, ischemic, autoimmune).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AST:ALT &gt; 2 with modest elevations suggests alcoholic liver disease.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Cholestatic: ALP and GGT predominate (obstruction, PBC, drugs).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GGT confirms the hepatic origin of an elevated ALP (vs bone).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VS INJURY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ALT/AST/ALP measure injury; bilirubin, albumin, and PT/INR measure FUNCTION.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failure: low albumin, prolonged PT/INR.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unconjugated hyperbilirubinemia: hemolysis or Gilbert syndrome.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Conjugated hyperbilirubinemia points to hepatobiliary disease.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Biomarkers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CARDIAC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High-Sensitivity Troponin Kinetics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49528" y="1481328"/>
            <a:ext cx="9692640" cy="4151376"/>
          </a:xfrm>
          <a:prstGeom prst="roundRect">
            <a:avLst>
              <a:gd name="adj" fmla="val 1982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hem_tropon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544" y="1609344"/>
            <a:ext cx="9436608" cy="389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0585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Acute injury produces a rise-and-fall around the 99th-percentile upper reference limit; chronic elevation is stable.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CARDIAC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Troponin and Natriuretic Peptides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TROPONIN INTERPRETATION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above the 99th-percentile URL defines myocardial injury; a rising/falling pattern defines ACUTE injury.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High-sensitivity assays use sex-specific URLs and 0/1- or 0/2-hour delta protocols.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elevation (stable) occurs in CKD, heart failure, structural disease — not an MI by itself.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2 MI (supply-demand) vs type 1 (plaque rupture) requires clinical correlation.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BNP / NT-PROBNP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with ventricular wall stress — useful to rule OUT heart failure when low.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with age and renal impairment; lower in obesity.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NT-proBNP is renally cleared and runs higher than BNP.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to support, not replace, the clinical diagnosis.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PITFALLS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Macro-Analytes &amp; Misuse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MACRO-ANALYTES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Macro-CK and macro-AST: analyte bound to immunoglobulin → persistently high, clinically silent.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Macroprolactin: big-big prolactin causes spurious hyperprolactinemia — confirm with PEG precipitation.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when an isolated marker is high without clinical correlate.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with alternative methods or PEG.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troponin without a pretest probability of ACS → false-positive-driven workups.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BNP in isolation to diagnose dyspnea.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Repeating LFTs without a pattern-based plan.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drug effects on creatinine.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advanced CKD has a troponin persistently just above the URL, unchanged across three serial draws, with no ischemic symptoms or ECG changes.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an acute MI? How does the pattern guide you?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Chronic Troponin Elevation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stable elevation without a rise/fall is chronic myocardial injury, not an acute MI.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CKD, heart failure, and structural disease cause stable elevations.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MI requires a dynamic rise and/or fall on serial high-sensitivity testing plus clinical/ECG context.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each patient’s baseline.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high-sensitivity troponin, the DELTA matters more than a single value — stable = chronic injury, dynamic = acute.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asymptomatic woman has an isolated, persistently elevated prolactin. Imaging is normal. The laboratory performs polyethylene glycol precipitation, after which the recovered prolactin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the cause of the apparent hyperprolactinemia?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Macroprolactin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Macroprolactin (prolactin–IgG complex) caused spurious hyperprolactinemia.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biologically inactive but immunoreactive on the assay.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 precipitation removes the complex; normal recovered prolactin confirms macroprolactin.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it avoids unnecessary imaging and treatment.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hyperprolactinemia without symptoms warrants a macroprolactin check (PEG) before pursuing a prolactinoma.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best distinguishes an acute myocardial infarction from chronic troponin elevation?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Any value above the URL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dynamic rise and/or fall on serial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single very high value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Coexisting high BNP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Elevated creatinine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 dynamic rise/fall on serial testing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injury (MI) shows a changing pattern around the 99th-percentile URL; chronic conditions show stable elevations.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elevated alkaline phosphatase with a normal GGT most likely originates from: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Bile ducts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Liver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Bone (or placenta/intestine)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Red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Muscle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Bone (non-hepatic)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GGT confirms a hepatic source of elevated ALP. A normal GGT points to a non-hepatic source such as bone, placenta, or intestine.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medication raises serum creatinine without reducing true GFR. The most likely mechanism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Increased muscle breakdown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Inhibition of tubular creatinine secretion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Hemoconcentration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Cross-reactivity with the assay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Increased dietary protein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Inhibition of tubular secretion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such as trimethoprim and cimetidine block tubular creatinine secretion, raising serum creatinine without changing actual GFR.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 rises late; use eGFR (race-free CKD-EPI) and cystatin C when creatinine is unreliable.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LFTs as a pattern (hepatocellular vs cholestatic) and separate injury markers from function (albumin, PT/INR, bilirubin).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High-sensitivity troponin: the serial delta defines acute injury; stable elevation = chronic.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BNP/NT-proBNP to support, not replace, the heart-failure diagnosis; adjust for age, renal function, obesity.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macro-analytes (macro-CK, macroprolactin) for isolated, clinically silent elevations.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Thygesen K, et al. Fourth Universal Definition of Myocardial Infarction. Circulation.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Inker LA, et al. New creatinine- and cystatin C-based equations (race-free). N Engl J Med. 2021.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C56: Hemolysis, Icterus, and Lipemia/Turbidity Indices.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Renal, Liver &amp; Cardiac Biomarkers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2026-06-28T05:35:14Z</dcterms:created>
  <dcterms:modified xsi:type="dcterms:W3CDTF">2026-06-28T05:35:14Z</dcterms:modified>
</cp:coreProperties>
</file>