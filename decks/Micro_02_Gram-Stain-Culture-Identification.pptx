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Stain, Culture &amp; Organism Identification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Logic from Smear to MALDI-TOF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actionable result in the micro lab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spectrometry identifies most isolates in minutes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Gram stain on a sterile site is an urgent phone call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 stain plus growth on selective media plus rapid identification is the everyday workflow of bacteriology. Reading morphology, choosing media, and knowing how MALDI-TOF works lets you guide therapy hours before final results.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(Gram reaction + arrangement) plus the specimen source generates a working differential and the urgent call.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Gram-stain morphology and link it to likely organisms.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bench logic from primary culture to identification.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primary and selective/differential media appropriately.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MALDI-TOF mass spectrometry and its limits.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key biochemical/rapid tests (catalase, coagulase, oxidase).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urgent stain and culture findings.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 stain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morphology and the differential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workflow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media and colony logic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biochemicals and MALDI-TOF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critical results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 Stain &amp; Culture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GRAM STAIN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Guides the Early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Gram reaction and arrangement, with the specimen source, generate the working differential.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CULTURE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and Colony Logic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&amp; SELECTIVE MEDIA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agar (general growth, hemolysis), chocolate agar (fastidious: Haemophilus, Neisseria).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MacConkey selects Gram-negatives and differentiates lactose fermenters (pink).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media suppress flora (e.g., CNA for Gram-positives; Hektoen/XLD for enterics).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by specimen and suspected pathogen.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COLONIES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Colony morphology, hemolysis, odor, and pigment narrow identity.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Beta-hemolysis (Strep), green alpha-hemolysis (S. pneumoniae, viridans), swarming Proteus.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Lactose fermentation on MacConkey (E. coli vs non-fermenters).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vs mixed growth guides interpretation.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&amp; Communication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IDENTIFICATION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Biochemicals and MALDI-TOF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BENCH TESTS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separates staphylococci (positive) from streptococci (negative).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Coagulase separates S. aureus (positive) from coagulase-negative staphylococci.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Oxidase positive: Pseudomonas, Neisseria, etc.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Lactose fermentation, indole, urease and others build the identification.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MASS SPECTROMETRY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Ionizes ribosomal proteins to generate a species-specific spectral fingerprint, matched to a database.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(minutes) and inexpensive per test; transformed routine ID.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some closely related species, certain mycobacteria/fungi, and database gaps.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by itself give susceptibility — AST still required.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COMMUNICATION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Critical-Result Communication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CALL URGENTLY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Gram stain or culture from a normally sterile site (blood, CSF, joint).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with public-health/infection-control implications.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that change immediate therapy (e.g., GNR bacteremia).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read-back and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REPORT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Gram stain results promptly; final ID/AST when available.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clear, standardized terminology.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likely contaminants honestly with context.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stewardship for actionable reporting.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 culture flags positive; the Gram stain shows Gram-positive cocci in clusters. The patient is septic.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working differential, what is the urgent action, and which bench test most quickly narrows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GPC in Clusters from Blood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Gram-positive cocci in clusters suggest Staphylococcus — distinguish S. aureus from coagulase-negative staphylococci.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result urgently (positive blood culture from a sterile site in a septic patient).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(positive = staph) then coagulase / rapid testing separates S. aureus from CoNS.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/ rapid molecular from the bottle speeds species ID and some resistance markers.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GPC in clusters from blood = staph until proven otherwise; coagulase (or a rapid equivalent) is the key separator of S. aureus from CoNS.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urine culture grows lactose-fermenting (pink) colonies on MacConkey from a clean-catch midstream specimen at high colony count in a symptomatic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MacConkey reaction suggest, and how does it fit the picture?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Lactose-Fermenting GNR (Likely E. coli)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(lactose-fermenting) colonies on MacConkey indicate a lactose-fermenting Gram-negative rod — most often E. coli.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colony count with symptoms supports true UTI rather than contamination.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identity (MALDI-TOF) and perform susceptibility testing.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with quantitation and AST to guide therapy.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MacConkey differentiates lactose fermenters (E. coli, Klebsiella) from non-fermenters — a quick clue while ID/AST complete.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catalase-positive, coagulase-positive Gram-positive coccus in clusters is most consistent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Streptococcus pyogenes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Staphylococcus aureus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Enterococcus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Coagulase-negative staphylococcus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Streptococcus pneumoniae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Staphylococcus aureus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positive distinguishes staph from strep; coagulase positive distinguishes S. aureus from coagulase-negative staphylococci.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mass spectrometry identifies bacteria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Antibiotic susceptibility pattern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species-specific protein (ribosomal) spectral fingerprint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Colony color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DNA sequencing of 16S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Gram reaction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Protein spectral fingerprint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ionizes mainly ribosomal proteins, producing a species-specific spectrum matched against a reference database; it does not provide susceptibility.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result warrants immediate critical-value notification?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Mixed flora in a throat swab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Positive Gram stain from cerebrospinal fluid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Lactobacillus in vaginal flora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Coagulase-negative staph from skin swab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Normal urine flora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Positive Gram stain from CSF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Gram stain from a normally sterile site (CSF) is a critical result requiring urgent communication to guide immediate therapy.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reaction + arrangement + source generates the differential and the urgent call.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media deliberately: chocolate for fastidious organisms, MacConkey to select/differentiate Gram-negatives.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(staph vs strep) and coagulase (S. aureus vs CoNS) remain fast, high-yield separators.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gives rapid species ID by protein fingerprint but not susceptibility — AST still required.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stain/culture from a sterile site is a critical result — communicate promptly with read-back.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Carroll KC, et al. Manual of Clinical Microbiology, 12th ed. ASM Press,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Leber AL (ed). Clinical Microbiology Procedures Handbook,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Patel R. MALDI-TOF MS for clinical microbiology. Clin Chem. 2015.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M07/M02 (AST methods, referenced).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Gram Stain, Culture &amp; Organism Identification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2026-06-28T05:40:17Z</dcterms:created>
  <dcterms:modified xsi:type="dcterms:W3CDTF">2026-06-28T05:40:17Z</dcterms:modified>
</cp:coreProperties>
</file>