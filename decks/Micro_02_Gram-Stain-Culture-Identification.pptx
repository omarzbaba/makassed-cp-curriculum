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4" r:id="rId35"/>
    <p:sldId id="276" r:id="rId22"/>
    <p:sldId id="283" r:id="rId34"/>
    <p:sldId id="277" r:id="rId23"/>
    <p:sldId id="282" r:id="rId33"/>
    <p:sldId id="278" r:id="rId24"/>
    <p:sldId id="281" r:id="rId32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2E7D32">
              <a:alpha val="14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2E7D32">
              <a:alpha val="22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2E7D32">
              <a:alpha val="42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·  LECTURE 2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 Stain, Culture &amp; Identification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Smear to Named Organism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actionable clue in bacteriology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MALDI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spectrometry IDs colonies in minutes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and differential media shape what grows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begins with the Gram stain at the bedside of the bench and proceeds through culture media to definitive identification by MALDI-TOF or biochemical methods. Each step narrows the differential.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 reaction + arrangement + specimen source narrows the differential and drives the first call to the clinical team.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Gram-stain morphology and arrangement.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and read selective, differential, and enriched media.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colony morphology and key rapid tests (catalase, coagulase, oxidase).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MALDI-TOF identification and its limits.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identification with the clinical context.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organisms that evade Gram stain or routine culture.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 stain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morphology and arrangement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media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selective/differential/enriched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rapid tests and MALDI-TOF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&amp; pitfalls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non-culturable / atypical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5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8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Gram Stain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GRAM STAIN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 Guides the Early Call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2328" y="1481328"/>
            <a:ext cx="10607040" cy="45262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/tmp/cp_work2/art/micro_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344" y="1609344"/>
            <a:ext cx="10351008" cy="42702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608076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Gram reaction plus arrangement (clusters vs chains, rods) gives an immediate, actionable differential.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GRAM STAIN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Smear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&amp; ARRANGEMENT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Gram-positive (purple) vs gram-negative (pink) reflects cell-wall peptidoglycan.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Cocci in clusters: staphylococci; in chains/pairs: strepto-/enterococci, pneumococci.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Rods: Enterobacterales, Pseudomonas (GNR); Listeria, Clostridium (GPR).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Yeast, hyphae, and host cells are also reported.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9F3E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Over-decolorization makes gram-positives appear gram-negative.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antibiotics distort morphology.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organisms stain poorly (mycobacteria, Mycoplasma, spirochetes).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correlate the smear with culture and clinical picture.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5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8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&amp; Identification</a:t>
            </a:r>
            <a:endParaRPr lang="en-US" sz="3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CULTURE MEDIA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Media and What They Reveal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468880"/>
                <a:gridCol w="4480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/ readout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 agar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Enriched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Hemolysis (α/β/γ)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MacConkey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Selective/differential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GNR; lactose fermentation (pink)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Chocolate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Enriched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Haemophilus, Neisseria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CNA / PEA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Gram-positives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Sabouraud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Fungi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Thayer-Martin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Pathogenic Neisseria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016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media suppress unwanted flora; differential media reveal a metabolic property (e.g., lactose fermentation).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IDENTIFICATION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Tests &amp; Colony Clues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RAPID TESTS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Catalase separates staphylococci (+) from streptococci (–).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Coagulase separates S. aureus (+) from coagulase-negative staph.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Oxidase flags Pseudomonas, Neisseria, etc.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Hemolysis and colony morphology add early clues.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9F3E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MALDI-TOF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spectrometry identifies organisms by protein fingerprint within minutes of growth.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for most bacteria and yeast.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closely related species, low biomass, some mycobacteria/molds.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largely replaced lengthy biochemical panels.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Result to Meaning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WITH THE PATIENT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identified organism must be interpreted against the source and clinical syndrome.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Sterile-site isolates carry more weight than flora-rich sites.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and purity of growth matter.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critical Gram stains and IDs promptly.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9F3E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DISCIPLINE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Gram stain → culture → ID → susceptibility, each reported as available.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reports guide empiric therapy.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ID and AST refine to targeted therapy.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supports stewardship.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5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8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Limits, Cases &amp; Board</a:t>
            </a:r>
            <a:endParaRPr lang="en-US" sz="3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LIMITS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Organisms That Escape Routine Methods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POORLY/NON-CULTURABLE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Mycoplasma (no cell wall), Chlamydia (intracellular), spirochetes — often serology/NAAT.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Mycobacteria need acid-fast stain and special media.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Legionella needs buffered charcoal yeast extract / urine antigen.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Viruses require molecular or antigen methods.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9F3E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ESCALATE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routine cultures with ongoing infection should prompt special methods or molecular testing.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with the clinical team about the differential.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prior antibiotics suppressing growth.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NAAT can identify the non-culturable.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blood-culture Gram stain shows gram-positive cocci in clusters. The team asks whether to broaden coverage.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morphology suggest, and what bench test refines it?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GPC in Clusters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Gram-positive cocci in clusters suggest staphylococci.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Catalase (+) supports staph; coagulase/rapid S. aureus testing distinguishes S. aureus from CoNS.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aureus bacteremia is significant and prompts source evaluation.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MALDI-TOF gives a rapid definitive ID from growth.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 gives the first actionable call; coagulase or rapid molecular testing then separates S. aureus from coagulase-negative staph.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urine culture on MacConkey grows pink (lactose-fermenting) colonies; the patient has cystitis.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lactose fermentation on MacConkey indicate?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Lactose Fermenter on MacConkey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 colonies on MacConkey indicate a lactose-fermenting gram-negative rod (e.g., E. coli, Klebsiella).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MacConkey is selective for GNR and differential for lactose fermentation.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coli is the most common uropathogen.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ID (MALDI-TOF) and perform susceptibility testing.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MacConkey both selects gram-negative rods and differentiates lactose fermenters (pink) from non-fermenters — an immediate clue to the organism.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CASE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with atypical pneumonia has repeatedly negative routine cultures despite clear infection.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routine culture be negative, and what should be done?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CASE 3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The Non-Culturable Pathogen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Atypical agents (Mycoplasma, Chlamydia, Legionella) often do not grow on routine media.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NAAT, serology, or special media/antigen tests as appropriate.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Legionella urine antigen and respiratory NAAT panels help.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the atypical differential to the team.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routine cultures with ongoing infection should trigger special stains, media, antigen, or molecular testing for non-culturable organisms.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Catalase distinguishes which two groups of gram-positive cocci?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Staphylococci (+) from streptococci (–)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S. aureus from S. epidermidis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Group A from group B strep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Enterococci from pneumococci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Aerobes from anaerobes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 colonies on MacConkey agar indicate: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 gram-positive organism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 non-lactose fermenter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 lactose-fermenting gram-negative rod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 fungus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An anaerobe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MALDI-TOF identifies organisms primarily by: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DNA sequencing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Antibody binding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Protein mass-spectral fingerprint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Colony color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Gram reaction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organism characteristically does NOT grow on standard bacterial media?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Escherichia coli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Staphylococcus aureus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Mycoplasma pneumoniae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Klebsiella pneumoniae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Pseudomonas aeruginosa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 reaction + arrangement + source gives the fastest actionable differential; beware decolorization and prior antibiotics.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98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0545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media suppress flora; differential media reveal a property (lactose fermentation on MacConkey).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Catalase/coagulase/oxidase and MALDI-TOF move quickly from colony to named organism.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49808" y="4718304"/>
            <a:ext cx="365760" cy="36576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IDs against the source and clinical syndrome; sterile-site isolates carry more weight.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49808" y="5705856"/>
            <a:ext cx="365760" cy="365760"/>
          </a:xfrm>
          <a:prstGeom prst="ellipse">
            <a:avLst/>
          </a:prstGeom>
          <a:solidFill>
            <a:srgbClr val="2E7D32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980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68112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Atypical and fastidious organisms escape routine culture — escalate to special stains, antigen, or NAAT.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Carroll KC, et al. Manual of Clinical Microbiology, 12th ed. ASM Press.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Tille P. Bailey &amp; Scott’s Diagnostic Microbiology, 15th ed.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CLSI M07/M02 (reference methods).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Miller JM, et al. IDSA/ASM Utilization Guide. Clin Infect Dis.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organism characteristically does NOT grow on standard bacterial media?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Escherichia coli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Staphylococcus aureus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Mycoplasma pneumoniae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Klebsiella pneumoniae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Pseudomonas aeruginosa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Mycoplasma pneumoniae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Mycoplasma lacks a cell wall and does not grow on routine media; diagnosis relies on serology or molecular methods.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MALDI-TOF identifies organisms primarily by: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DNA sequencing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Antibody binding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Protein mass-spectral fingerprint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Colony color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Gram reaction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Protein mass-spectral fingerprint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MALDI-TOF matches an organism’s ribosomal protein spectrum against a database for rapid identification from growth.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 colonies on MacConkey agar indicate: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 gram-positive organism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 non-lactose fermenter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 lactose-fermenting gram-negative rod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 fungus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An anaerobe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Lactose-fermenting GNR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MacConkey selects gram-negative rods and turns pink with lactose fermentation (e.g., E. coli, Klebsiella).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Catalase distinguishes which two groups of gram-positive cocci?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Staphylococci (+) from streptococci (–)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S. aureus from S. epidermidis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Group A from group B strep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Enterococci from pneumococci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Aerobes from anaerobes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8F2E9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Staphylococci (+) from streptococci (–)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Catalase is positive in staphylococci and negative in streptococci; coagulase then separates S. aureus from CoNS.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 Stain, Culture &amp; Identification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2026-06-28T06:58:53Z</dcterms:created>
  <dcterms:modified xsi:type="dcterms:W3CDTF">2026-06-28T06:58:53Z</dcterms:modified>
</cp:coreProperties>
</file>