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C62133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C621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C62133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C6213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·  LECTURE 5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Coagulation Testing, Bleeding &amp; Thrombosis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PT/aPTT Logic, Mixing Studies, and the High-Yield Disorders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PT/aPTT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the defect to a pathway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= deficiency; doesn’t = inhibitor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Pre-analytic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Citrate ratio and fill make or break coag results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Coagulation testing is logic on a pathway map: interpret PT and aPTT together, use mixing studies to separate deficiency from inhibitor, and respect the uniquely strict pre-analytics. Mixing-study interpretation follows the department’s teaching reference.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PT and aPTT together to localize the defect, then mix to ask: deficiency or inhibitor?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coagulation cascade as PT and aPTT pathways.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combinations of prolonged PT and/or aPTT.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mixing studies to separate factor deficiency from inhibitor.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key pre-analytic pitfalls in coagulation testing.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common bleeding and thrombotic disorders.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D-dimer, fibrinogen, and special coagulation tests appropriately.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&amp; screens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PT and aPTT pathways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prolongation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PT/aPTT combinations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studies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deficiency vs inhibitor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&amp; thrombosis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key disorders, pre-analytics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&amp; the Screens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CASCADE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and aPTT on the Cascade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208" y="1481328"/>
            <a:ext cx="10241280" cy="4261104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heme_casc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609344"/>
            <a:ext cx="9985248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PT interrogates the extrinsic/common pathway; aPTT the intrinsic/common pathway.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SCREENS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PT and aPTT Measure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/ INR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reflects the extrinsic and common pathways (factors VII, X, V, II, fibrinogen).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standardizes PT for vitamin-K-antagonist monitoring.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factor VII (shortest half-life) — early in liver disease/warfarin.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by warfarin, vitamin-K deficiency, liver disease.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aPTT reflects the intrinsic and common pathways (XII, XI, IX, VIII, X, V, II, fibrinogen).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unfractionated heparin.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by hemophilia, heparin, and inhibitors (incl. lupus anticoagulant).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with the PT.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Prolongation &amp; Mixing Studies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PT/aPTT Combinations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3093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↑PT, normal aPTT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VII deficiency; early warfarin/vit-K deficiency, liver disease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PT, ↑aPTT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Hemophilia A/B, factor XI; heparin; lupus anticoagulant; factor XII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↑PT and ↑aPTT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Common-pathway defect; DIC, severe liver disease, high-dose warfarin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normal, bleeding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 Willebrand disease, platelet dysfunction, factor XIII deficiency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first with the pattern, then decide whether to mix or pursue specific factor/vWF testing.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MIXING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Study: Deficiency vs Inhibitor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425696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coag_mix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169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98017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 (department teaching reference). Corrects with normal plasma = factor deficiency; fails to correct = inhibitor.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MIXING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Mix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on 1:1 mix with normal plasma indicates a FACTOR DEFICIENCY.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plasma supplies the missing factor.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specific factor assays.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hemophilia, vitamin-K deficiency, liver disease, DIC.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CORRECT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prolongation indicates an INHIBITOR.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Lupus anticoagulant, specific factor inhibitor, or heparin.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incubated (37°C, 1–2 h) mix unmasks time-dependent factor VIII inhibitors.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inhibitor-specific testing.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Disorders, Pre-Analytics, Cases &amp; Board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DISORDERS / PRE-ANALYTICS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Disorders and Sample Integrity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&amp; THROMBOSIS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Willebrand disease is the commonest inherited bleeding disorder (often normal PT/aPTT).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Hemophilia A/B prolong aPTT and correct on mixing.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DIC: ↓platelets/fibrinogen, ↑PT/aPTT, ↑D-dimer.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D-dimer has high negative predictive value for VTE — not a rule-in test.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PRE-ANALYTIC PITFALLS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correct 3.2% sodium citrate tube with a 9:1 blood-to-anticoagulant ratio.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Under-filled tubes falsely prolong results.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citrate volume for high hematocrit (polycythemia).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 contamination (line draws) prolongs aPTT.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has an isolated prolonged aPTT that fully corrects on a 1:1 mix with normal plasma.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indicate and what is the next test?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Factor Deficiency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on mixing indicates a factor deficiency in the intrinsic pathway (e.g., factor VIII or IX).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specific factor assays.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bleeding history (e.g., hemophilia).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plasma supplied the missing factor.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aPTT that corrects on mixing means deficiency — confirm the specific factor; failure to correct would mean an inhibitor.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aPTT does not correct on immediate mixing; the patient has a history of clotting, not bleeding.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inhibitor should be considered?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Lupus Anticoagulant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correct with a thrombotic (not bleeding) history suggests lupus anticoagulant.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phospholipid-dependent testing per criteria.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in-vitro prolongation, it is associated with thrombosis.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from a specific factor inhibitor (which causes bleeding).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non-correcting aPTT with thrombosis suggests lupus anticoagulant — an in-vitro artifact that is clinically prothrombotic.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coagulation results from one patient are erratically prolonged; the citrate tube was under-filled.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 and the fix?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Pre-Analytic Error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under-filled citrate tube changes the blood-to-anticoagulant ratio and falsely prolongs results.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Recollect a properly filled 3.2% citrate tube (9:1 ratio).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citrate for very high hematocrit.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heparin contamination from line draws.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Coagulation testing is uniquely pre-analytic-sensitive — the correct citrate tube, fill, and ratio are essential for valid results.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prolonged aPTT that does NOT correct on 1:1 mixing indicates: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factor deficiency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 inhibitor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Warfarin effect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Vitamin-K deficiency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Factor VII deficiency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An inhibitor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correct indicates an inhibitor (lupus anticoagulant, specific factor inhibitor, or heparin); correction indicates deficiency.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prolonged PT with a normal aPTT most suggests a deficiency of: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Factor VIII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Factor IX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Factor VII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Factor XII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Fibrinogen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Factor VII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VII is unique to the extrinsic pathway and has the shortest half-life, so the PT prolongs first.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specimen for routine coagulation testing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EDTA, fully filled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3.2% sodium citrate at a 9:1 ratio, properly filled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Heparinized plasma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Serum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Any anticoagulant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3.2% citrate, 9:1, properly filled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Citrate at the correct ratio and fill preserves the factors; under-filling or wrong tubes invalidate results.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 best fits a screen with high negative predictive value for venous thromboembolism?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Fibrinogen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D-dimer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aPTT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Factor VIII level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D-dimer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D-dimer helps exclude VTE in low/intermediate pretest probability; it is not specific enough to rule in.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PT and aPTT together to localize the defect: PT = extrinsic/common, aPTT = intrinsic/common.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study: correction = factor deficiency; failure to correct = inhibitor (incubated mix unmasks factor VIII inhibitors).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patterns: isolated ↑PT → factor VII; isolated ↑aPTT → hemophilia/heparin/lupus anticoagulant; both ↑ → common pathway/DIC/liver.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Willebrand disease (often normal screens) is the commonest inherited bleeding disorder; D-dimer rules out, not in, VTE.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coagulation pre-analytics: correct 3.2% citrate tube, 9:1 ratio, proper fill, hematocrit correction, and no heparin contamination.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Marques MB, Fritsma GA. Quick Guide to Coagulation Testing.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Transfusion Medicine and Hemostasis, Section 2: Hemostasis — mixing studies (department teaching reference).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CLSI H21: Collection, Transport, and Processing of Blood Specimens for Coagulation Testing.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Hoffman R, et al. Hematology: Basic Principles and Practice.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Coagulation Testing, Bleeding &amp; Thrombosis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2026-06-28T07:20:09Z</dcterms:created>
  <dcterms:modified xsi:type="dcterms:W3CDTF">2026-06-28T07:20:09Z</dcterms:modified>
</cp:coreProperties>
</file>