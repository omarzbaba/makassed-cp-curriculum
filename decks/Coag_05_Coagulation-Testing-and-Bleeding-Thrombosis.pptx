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C62133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C62133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C62133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C62133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Coagulation Testing &amp; Bleeding / Thrombosis Evaluation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PT, aPTT, Mixing Studies, and Thrombophilia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/ aPTT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screens that localize the defect along the cascade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1:1 mix separates factor deficiency from an inhibitor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Thrombophilia testing is wrong if drawn at the wrong 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Coagulation is where preanalytics, assay design, and clinical context collide. A handful of screens — read in the right order — turn 'the PTT is high' into a specific, testable diagnosis.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chasing a prolonged result, exclude the artifacts: under-filled tube, heparin contamination, and high hematocrit.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PT, aPTT, fibrinogen, and D-dimer onto the coagulation cascade.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patterns of prolonged PT and/or aPTT.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1:1 mixing study to separate factor deficiency from inhibitor.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lupus anticoagulant testing.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rational thrombophilia testing strategy, including timing.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preanalytic errors unique to coagulation.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cascade &amp; screening tests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what PT and aPTT measure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studies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factor deficiency vs inhibitor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anticoagulant &amp; thrombophilia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what and when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Preanalytics &amp; disease patterns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DIC, liver, vitamin 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Cascade &amp; Screening Tests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THE CASCADE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PT and aPTT Measure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heme_casc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1788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PT covers extrinsic + common (warfarin, VII, liver); aPTT covers intrinsic + common (heparin, hemophilia, lupus anticoagulant).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SCREENING TESTS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PT / aPTT Pattern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1736"/>
              </a:tblGrid>
              <a:tr h="6766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Think of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PT, normal aPTT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 VII deficiency; early warfarin; early/mild liver disease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PT, ↑ aPTT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Heparin; factor VIII/IX/XI deficiency; lupus anticoagulant; factor XII (no bleeding)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PT and ↑ aPTT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Common-pathway defect; DIC; severe liver disease; vitamin K deficiency; supratherapeutic anticoagulation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PT/aPTT but bleeding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Von Willebrand disease, platelet function defect, factor XIII deficiency, vascular/fibrinolytic disorder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Studies &amp; Inhibitors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FACTOR DEFICIENCY vs INHIBITOR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1:1 Mixing Study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3442106" cy="1188720"/>
          </a:xfrm>
          <a:prstGeom prst="roundRect">
            <a:avLst>
              <a:gd name="adj" fmla="val 5385"/>
            </a:avLst>
          </a:prstGeom>
          <a:solidFill>
            <a:srgbClr val="C62133"/>
          </a:solidFill>
          <a:ln w="15875">
            <a:solidFill>
              <a:srgbClr val="C62133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21792" y="1828800"/>
            <a:ext cx="3332378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Prolonged PT/aPTT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1:1 with normal plasma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027322" y="2423160"/>
            <a:ext cx="329184" cy="0"/>
          </a:xfrm>
          <a:prstGeom prst="line">
            <a:avLst/>
          </a:prstGeom>
          <a:noFill/>
          <a:ln w="22225">
            <a:solidFill>
              <a:srgbClr val="C6213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374794" y="1828800"/>
            <a:ext cx="3442106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29658" y="1828800"/>
            <a:ext cx="3332378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CORRECTS → factor deficiency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specific factor assays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35189" y="2423160"/>
            <a:ext cx="329184" cy="0"/>
          </a:xfrm>
          <a:prstGeom prst="line">
            <a:avLst/>
          </a:prstGeom>
          <a:noFill/>
          <a:ln w="22225">
            <a:solidFill>
              <a:srgbClr val="C6213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82661" y="1828800"/>
            <a:ext cx="3442106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5875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37525" y="1828800"/>
            <a:ext cx="3332378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CORRECT → inhibitor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(LA, factor inhibitor, heparin)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246120"/>
            <a:ext cx="11057839" cy="914400"/>
          </a:xfrm>
          <a:prstGeom prst="roundRect">
            <a:avLst>
              <a:gd name="adj" fmla="val 9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3246120"/>
            <a:ext cx="1050919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Incubate 1 h at 37°C: further prolongation suggests a time-dependent factor VIII inhibitor. A PT that corrects often means multifactor deficiency (liver, vitamin K, warfarin).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MIXING STUDIES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Inhibitors and Preanalytic Pitfalls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DEFICIENCY VS INHIBITOR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Deficiency corrects on mixing; an inhibitor does not.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VIII inhibitors are time- and temperature-dependent — the incubated mix prolongs further.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anticoagulant is the commonest non-correcting aPTT and usually does not bleed.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PREANALYTIC PITFALLS (EXCLUDE FIRST)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Under-filled tube — wrong 9:1 blood-to-citrate ratio falsely prolongs results.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Heparin contamination from a line — prolongs aPTT; neutralize and repeat.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hematocrit (&gt;55%) — relative citrate excess; adjust the tube.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Clotted or old sample — reject.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8E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B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Thrombophilia, Disease Patterns &amp; Cases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THROMBOPHILIA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Anticoagulant &amp; Thrombophilia Timing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ANTICOAGULANT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phospholipid-dependent inhibitor; non-correcting aPTT with phospholipid dependence on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with two systems (e.g., dRVVT + sensitive aPTT).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with thrombosis, not bleeding.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antiphospholipid syndrome (persistent ≥ 12 weeks).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THROMBOPHILIA — WHAT AND WHEN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tests (factor V Leiden, prothrombin G20210A) are unaffected by timing.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test functional protein C/S and antithrombin during acute clot or on anticoagulation (consumed/confounded).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 lowers protein C/S; heparin lowers antithrombin; DOACs affect clot-based assays.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only when results will change management.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DISEASE 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vs Liver Disease vs Vitamin K Deficiency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70632"/>
                <a:gridCol w="2770632"/>
                <a:gridCol w="2770632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Liver disease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Vitamin K deficiency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13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Prolonged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Prolonged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Prolonged (early)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Prolonged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Prolonged (late)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Prolonged (later)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Fibrinogen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(late)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 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 VIII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 / 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D-dimer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VIII is normal/high in liver disease (extrahepatic synthesis) but consumed in DIC; factor V is normal in vitamin K deficiency.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22-year-old man with lifelong easy bruising and a hemarthrosis has a normal PT but a prolonged aPTT that corrects fully on a 1:1 mix.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the defect, what does correction indicate, and what confirms the diagnosis?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Hemophilia (Intrinsic Factor Deficiency)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prolonged aPTT with bleeding localizes to the intrinsic pathway.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on mixing indicates a factor deficiency, not an inhibitor.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specific factor assays — factor VIII (hemophilia A) or IX (hemophilia B).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heparin contamination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aPTT + bleeding + corrects on mixing = factor deficiency → measure factors VIII and IX.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older patient with new spontaneous bruising has a prolonged aPTT that does NOT correct on immediate mixing and prolongs further after 1 h at 37°C; PT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incubated pattern indicate?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Acquired Factor VIII Inhibitor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Non-correction indicates an inhibitor; further prolongation after incubation indicates a time-dependent factor VIII inhibitor (acquired hemophilia).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a factor VIII level and a Bethesda inhibitor titer.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Clinically important — acquired factor VIII inhibitors cause serious bleeding.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lupus anticoagulant, which does not bleed.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Time-dependent non-correction is the signature of a factor VIII inhibitor.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30-year-old woman with a first acute DVT, just started on anticoagulation, has a full thrombophilia panel requested today including protein C, protein S, and antithrombin.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the functional assays be drawn now? Explain.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Thrombophilia Testing Timing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draw functional protein C/S and antithrombin during the acute event or on anticoagulation.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clot consumes natural anticoagulants; warfarin lowers protein C/S; heparin lowers antithrombin; DOACs confound clot-based assays.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 tests (factor V Leiden, prothrombin G20210A) are unaffected and may be drawn anytime.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functional assays until off anticoagulation and remote from the event — and only if results change management.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test, wrong time = wrong answer; timing and current anticoagulation matter as much as the assay.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prolonged aPTT does NOT correct on mixing and prolongs further after 1 h at 37°C. This indicates: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Factor IX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time-dependent factor VIII inhibitor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Heparin contamination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Vitamin K deficiency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Von Willebrand disease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Time-dependent factor VIII inhibitor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Non-correction indicates an inhibitor; additional prolongation after incubation is characteristic of a factor VIII inhibitor (acquired hemophilia).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asymptomatic patient has an isolated prolonged aPTT that corrects on mixing, with NO bleeding. The most likely deficiency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Factor VIII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Factor IX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Factor XI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Factor XII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Von Willebrand factor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Factor XII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XII deficiency prolongs the aPTT and corrects on mixing but does not cause bleeding.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thrombophilia test is valid regardless of acute thrombosis or current anticoagulation?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Antithrombin activity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Protein C activity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Protein S activity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8E16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Factor V Leiden (DNA)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Lupus anticoagulant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BEAEC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Factor V Leiden (DNA)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DNA-based tests are unaffected by timing or anticoagulation; functional assays and the lupus anticoagulant are confounded by acute clot and anticoagulants.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covers extrinsic + common; aPTT covers intrinsic + common — the pattern localizes the defect.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preanalytic causes first: tube under-fill, heparin contamination, high hematocrit.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study: corrects → factor deficiency; doesn’t correct → inhibitor; incubate for a factor VIII inhibitor.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Lupus anticoagulant causes a non-correcting aPTT and thrombosis (not bleeding); confirm phospholipid dependence.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C62133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Thrombophilia: DNA tests anytime; defer functional assays off anticoagulation and remote from the acute clot.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HEMATOLOGY &amp; COAGULATION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Miller CH. Mixing Studies. In: Transfusion Medicine and Hemostasis, 3rd ed. Elsevier, 2019.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CLSI H21: Collection and processing of specimens for coagulation testing.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Moore GW, et al. Guidelines on lupus anticoagulant testing (ISTH/CLSI).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Marlar RA, et al. Laboratory evaluation of thrombophilia (recommendations).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C621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Coagulation Testing &amp; Bleeding / Thrombosis Evaluation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2026-06-28T06:03:45Z</dcterms:created>
  <dcterms:modified xsi:type="dcterms:W3CDTF">2026-06-28T06:03:45Z</dcterms:modified>
</cp:coreProperties>
</file>