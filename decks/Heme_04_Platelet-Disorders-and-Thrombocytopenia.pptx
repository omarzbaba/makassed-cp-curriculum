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5" r:id="rId36"/>
    <p:sldId id="277" r:id="rId23"/>
    <p:sldId id="284" r:id="rId35"/>
    <p:sldId id="278" r:id="rId24"/>
    <p:sldId id="283" r:id="rId34"/>
    <p:sldId id="279" r:id="rId25"/>
    <p:sldId id="282" r:id="rId33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Disorders &amp; Thrombocytopenia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Mechanisms, the Smear, and High-Stakes Diagnoses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exclude pseudothrombocytopenia first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Decreased production vs increased destruction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HIT/TTP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thrombocytopenias are emergencies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Thrombocytopenia is common and ranges from artifact to life-threatening. A mechanism-based approach — after excluding artifact — and recognition of the emergencies (TTP, HIT, DIC) are essential.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exclude pseudothrombocytopenia; then ask production vs destruction; then rule out the emergencies (TTP, HIT, DIC).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pseudothrombocytopenia and confirm a true low count.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thrombocytopenia by mechanism.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immune thrombocytopenia (ITP).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thrombotic microangiopathies (TTP/HUS).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HIT 4T concept and DIC pattern.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qualitative platelet disorders and their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count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exclude artifact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production vs destruction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 &amp; TMA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immune and microangiopathic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&amp; DIC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high-stakes patterns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&amp; Classifying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PLATELETS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Mechanism-Based Approach to Thrombocytopenia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p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After excluding artifact, separate decreased production from increased destruction/consumption.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CONFIRM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Pseudothrombocytopenia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STEP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smear for platelet clumps before any workup.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EDTA-induced clumping causes a spuriously low count.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Recollect in citrate (or another tube) if clumps are present.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unnecessary treatment for an artifact.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CHARACTERIZE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severity and other cell lines; look for schistocytes.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vs multilineage cytopenia.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vs chronic; bleeding vs none.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drugs, infection, pregnancy, heparin.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vs Destruction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DECREASED PRODUCTION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Marrow failure/infiltration, chemotherapy, B12/folate deficiency, alcohol.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with other cytopenias.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need marrow evaluation.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Smear/other lines give clues.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DESTRUCTION/CONSUMPTION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(ITP), microangiopathic (TTP/HUS, DIC), splenic sequestration.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isolated (ITP) or with schistocytes (TMA).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Reticulated/young platelets may be increased.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specific cause urgently when needed.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ITP, TMA, HIT &amp; DIC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ITP / TMA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and Microangiopathic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THROMBOCYTOPENIA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 is a diagnosis of exclusion: isolated thrombocytopenia, otherwise well.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Smear shows large, young platelets without schistocytes.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specific confirmatory test.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drugs, infection, and other causes.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 / HUS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Thrombotic microangiopathy: thrombocytopenia + microangiopathic hemolysis (schistocytes).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TTP: severe ADAMTS13 deficiency — a medical emergency.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wait for all features; act on suspicion.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hematology involvement.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HIT / DIC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Heparin-Induced Thrombocytopenia &amp; DIC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prothrombotic, immune reaction to heparin — platelets typically fall ~5–10 days after exposure.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4T pretest probability before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Immunoassay screens; functional assay confirms.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heparin and use a non-heparin anticoagulant — paradoxically, thrombosis is the danger.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Consumptive coagulopathy: low platelets and fibrinogen, prolonged PT/aPTT, high D-dimer.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on smear.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secondary — treat the trigger.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from TTP and liver disease.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MORPHOLOGY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Schistocytes: the Microangiopathy Clue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heme_mor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Schistocytes signal a thrombotic microangiopathy (TTP/HUS, DIC) — an urgent, platelet-related smear finding.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QUALITATIVE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Platelet Disorders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VS NUMBER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with a normal count suggests a qualitative platelet defect.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Acquired: antiplatelet drugs, uremia, cardiopulmonary bypass.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Inherited: e.g., Glanzmann, Bernard-Soulier.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mucocutaneous bleeding is a clue.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7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Platelet-function analyzers and aggregometry assess function.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medication and clinical history.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bleeding time is largely obsolete.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testing for inherited disorders.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 adult has isolated thrombocytopenia; the smear shows large platelets and no schistocytes or clumps.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likely diagnosis and its nature?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ITP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thrombocytopenia in an otherwise well patient, with large young platelets and no schistocytes, suggests ITP.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 is a diagnosis of exclusion — no confirmatory test.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drugs, infection, and secondary causes.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based on bleeding and count.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 is isolated thrombocytopenia by exclusion — the smear (large platelets, no schistocytes, no clumps) supports it.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has thrombocytopenia, anemia with many schistocytes, high LDH, and neurologic symptoms.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considered immediately?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TTP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Microangiopathic hemolysis with thrombocytopenia and neurologic features should prompt urgent consideration of TTP.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ADAMTS13 deficiency underlies TTP.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medical emergency — do not await all classic features.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hematology and treatment.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Thrombocytopenia + schistocytes is a thrombotic microangiopathy until proven otherwise — TTP is an emergency; act on suspicion.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post-surgical patient on heparin develops a falling platelet count around day 7 and a new thrombosis.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concern and the immediate action?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HIT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timing (~5–10 days), platelet fall, and new thrombosis raise concern for heparin-induced thrombocytopenia.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4T score; screen with immunoassay, confirm with a functional assay.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all heparin and start a non-heparin anticoagulant.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is prothrombotic — the risk is clotting, not bleeding.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presents as a falling platelet count with thrombosis ~5–10 days after heparin — stop heparin and anticoagulate with a non-heparin agent.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step when facing a low automated platelet count is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Transfuse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Review the smear to exclude clumping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Start steroids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Order a marrow biopsy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Give IVIG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Thrombocytopenia with schistocytes and microangiopathic hemolysis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ITP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thrombotic microangiopathy (e.g., TTP/HUS, DIC)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Pseudothrombocytopenia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Bernard-Soulier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danger of heparin-induced thrombocytopenia (HIT)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Bleeding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Thrombosis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Hemolysis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Iron overload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Marrow failure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Mucocutaneous bleeding with a NORMAL platelet count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qualitative platelet disorder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TTP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Pseudothrombocytopenia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ITP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exclude pseudothrombocytopenia (smear for clumps; citrate redraw) before any workup.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by mechanism: decreased production (often multilineage) vs increased destruction/consumption (ITP, TMA, DIC, sequestration).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 is isolated thrombocytopenia by exclusion; thrombocytopenia + schistocytes = thrombotic microangiopathy (TTP is an emergency).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HIT: platelet fall ~5–10 days after heparin with thrombosis — use the 4T score, stop heparin, and use a non-heparin anticoagulant.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with a normal count indicates a qualitative platelet disorder (drugs, uremia, inherited).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Keohane E, et al. Rodak’s Hematology, 6th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Arnold DM, et al. Approach to thrombocytopenia. Blood.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American Society of Hematology ITP guidelines.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Cuker A, et al. HIT diagnosis and management (ASH guidelines).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Mucocutaneous bleeding with a NORMAL platelet count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qualitative platelet disorder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TTP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Pseudothrombocytopenia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ITP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Qualitative platelet disorder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numbers with bleeding point to platelet dysfunction (drugs, uremia, inherited defects).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danger of heparin-induced thrombocytopenia (HIT)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Bleeding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Thrombosis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Hemolysis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Iron overload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Marrow failure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Thrombosis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is prothrombotic; management is to stop heparin and start a non-heparin anticoagulant, not to transfuse platelets.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Thrombocytopenia with schistocytes and microangiopathic hemolysis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ITP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thrombotic microangiopathy (e.g., TTP/HUS, DIC)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Pseudothrombocytopenia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Bernard-Soulier syndrome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Iron deficiency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Thrombotic microangiopathy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Schistocytes with thrombocytopenia indicate a microangiopathic process requiring urgent evaluation.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step when facing a low automated platelet count is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Transfuse platelets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Review the smear to exclude clumping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Start steroids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Order a marrow biopsy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Give IVIG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Review the smear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Excluding EDTA-induced clumping (pseudothrombocytopenia) prevents unnecessary, potentially harmful treatment.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Platelet Disorders &amp; Thrombocytopenia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2026-06-28T07:20:09Z</dcterms:created>
  <dcterms:modified xsi:type="dcterms:W3CDTF">2026-06-28T07:20:09Z</dcterms:modified>
</cp:coreProperties>
</file>