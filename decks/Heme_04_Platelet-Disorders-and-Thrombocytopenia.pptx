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C62133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C62133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C62133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C62133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·  LECTURE 4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 Disorders &amp; Thrombocytopenia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Pseudothrombocytopenia to TTP, HIT, and DIC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Clumps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out pseudothrombocytopenia before acting on any low count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ADAMTS13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Schistocytes + thrombocytopenia can mean TTP — an emergency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pretest score that frames heparin-induced thrombocytopenia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platelet count is one of the most common critical values. The first question is whether it is real; the next is whether it signals a microangiopathy or drug reaction needing action within hours.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smear answers the most urgent question fast: clumps (artifact), schistocytes (microangiopathy), or large platelets (immune/inherited).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 pseudothrombocytopenia from true thrombocytopenia.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thrombocytopenia by mechanism.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ITP, TTP/HUS, HIT, and DIC by their laboratory signatures.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laboratory workup for each (ADAMTS13, anti-PF4, DIC panel).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transfusion implications of each cause.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platelet function disorders and their testing.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real?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pseudothrombocytopenia and mechanisms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&amp; consumptive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ITP, TTP/HUS, HIT, DIC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comparison you can act 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smear, coags, key test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 function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inherited disorders and testing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to Thrombocytopenia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IS IT REAL?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Out Pseudothrombocytopenia First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PSEUDOTHROMBOCYTOPENIA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EDTA-dependent platelet clumping is the classic in-vitro artifact.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a low count in a patient with no bleeding.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Smear shows clumps (or platelet satellitism around neutrophils).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by recollecting in sodium citrate (correct for dilution).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FRAMEWORK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Decreased production: marrow failure, infiltration, megaloblastic, MDS, drugs.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destruction: immune (ITP), consumption (TTP/HUS, DIC, HIT).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Sequestration: hypersplenism.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Dilution: massive transfusion / fluids.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SYNTHESIS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Patterns of Thrombocytopenia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heme_p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04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15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Smear + coagulation panel separate these fast: schistocytes with normal coags → TTP; with abnormal coags → DIC.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&amp; Consumptive Thrombocytopenia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IMMUNE &amp; CONSUMPTIVE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 and TTP/HUS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THROMBOCYTOPENIA (ITP)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thrombocytopenia; a diagnosis of exclusion.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Smear: reduced, often large platelets; no schistocytes.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coagulation; other lines normal.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routine confirmatory assay — exclude pseudothrombocytopenia, drugs, consumption.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TTP / HUS (MICROANGIOPATHY)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 + thrombocytopenia = thrombotic microangiopathy.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Smear: schistocytes; ↑LDH, ↓haptoglobin, ↑indirect bilirubin.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TTP: severe ADAMTS13 deficiency (often &lt;10%); an emergency.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PT/aPTT/fibrinogen (distinguishes from DIC).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IMMUNE &amp; CONSUMPTIVE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and DIC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HEPARIN-INDUCED THROMBOCYTOPENIA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 fall (often &gt;50%) typically 5–10 days after heparin exposure.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Paradoxical thrombosis, not bleeding.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4T score for pretest probability.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Anti-PF4/heparin screen → confirm with a functional assay (serotonin release / SRA).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DISSEMINATED INTRAVASCULAR COAGULATION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activation consumes platelets and factors.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Smear: schistocytes; thrombocytopenia.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Prolonged PT/aPTT, low fibrinogen, high D-dimer.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underlying trigger; support with products.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SYNTHESIS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Thrombocytopenia at a Glance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2331720"/>
                <a:gridCol w="2331720"/>
                <a:gridCol w="2368296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Coagulation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ITP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platelets, no schistocytes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Exclusion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offending drugs; correlate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TTP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Schistocytes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PT/aPTT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ADAMTS13 (severe ↓)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 notification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4T → anti-PF4 → SRA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heparin; non-heparin AC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Schistocytes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↑PT/aPTT, ↓fibrinogen, ↑D-dimer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 panel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trigger; products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coags with schistocytes → TTP; abnormal coags with schistocytes → DIC.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 Function, Cases &amp; Board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PLATELET FUNCTION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Disorders and Their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DISORDERS OF PLATELET FUNCTION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Willebrand disease — the most common inherited bleeding disorder (defective adhesion).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Bernard-Soulier (GPIb; large platelets, low count).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Glanzmann thrombasthenia (GPIIb/IIIa; normal count, no aggregation).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Acquired: antiplatelet drugs, uremia.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TESTING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PFA-100 / closure time screens primary hemostasis (affected by vWD, drugs, low platelets/Hct).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transmission aggregometry — patterns by agonist (absent ristocetin response in vWD/Bernard-Soulier).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Willebrand panel: vWF antigen, activity (ristocetin cofactor), factor VIII.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39-year-old woman: confusion, petechiae, Hb 8.5, platelets 15 × 10⁹/L; smear many schistocytes; LDH very high, haptoglobin low; PT, aPTT, fibrinogen normal.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Diagnosis, confirming assay, and why not wait?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Thrombotic Thrombocytopenic Purpura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TTP — microangiopathic hemolysis + thrombocytopenia with NORMAL coagulation.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coags distinguish TTP from DIC.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a severely deficient ADAMTS13 (often &lt;10%).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 — notify the team immediately; treatment is time-critical.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Schistocytes + thrombocytopenia + NORMAL coagulation = TTP until proven otherwise; abnormal coags point to DIC.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post-op patient on prophylactic heparin: platelets fall from 240 to 90 × 10⁹/L on day 7, with a new DVT and no bleeding.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diagnosis, how to score/test, and the management principle?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Heparin-Induced Thrombocytopenia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— a &gt;50% platelet fall at day 5–10 with new thrombosis.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4T score (Thrombocytopenia, Timing, Thrombosis, oTher causes).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anti-PF4/heparin screen, then a functional assay (SRA) to confirm.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all heparin and start a non-heparin anticoagulant — do not just observe.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causes clots, not bleeds; a high 4T score warrants stopping heparin before confirmatory testing returns.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28-year-old has platelets 25 × 10⁹/L with a clump flag and no symptoms; a repeat EDTA sample is the same; smear shows clumps.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and how to report an accurate count?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Pseudothrombocytopenia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EDTA-dependent platelet clumping — an artifact, not true thrombocytopenia.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Repeating in EDTA reproduces it — the anticoagulant is the cause.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Recollect in sodium citrate and multiply by the dilution factor.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report a spurious critical value or treat.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low count has clumps and no bleeding, change the anticoagulant (citrate), not the patient’s management.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Schistocytes, thrombocytopenia, hemolysis, and NORMAL PT/aPTT/fibrinogen are confirmed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D-dimer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ADAMTS13 activity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Anti-PF4 antibody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Bone marrow biopsy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Fibrinogen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ADAMTS13 activity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Microangiopathy with normal coagulation indicates TTP; severely low ADAMTS13 confirms it. Abnormal coags would suggest DIC.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60% platelet fall on day 8 of heparin with a new thrombosis is best managed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Transfuse platelets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Continue heparin and observe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Stop heparin and start a non-heparin anticoagulant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Give vitamin K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Aspirin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Stop heparin; non-heparin anticoagulant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HIT (high 4T score); heparin must stop and a non-heparin anticoagulant start because of the prothrombotic risk.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platelet clumping in EDTA with no bleeding is best handled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Report the critical value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Transfuse platelets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Recollect in sodium citrate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Start steroids for ITP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Bone marrow biopsy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Recollect in sodium citrate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pseudothrombocytopenia; a citrate sample yields an accurate count and no treatment is warranted.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 for any low platelet count: is it real? Rule out EDTA clumping with the smear and a citrate tube.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Schistocytes + thrombocytopenia + normal coagulation → TTP (confirm ADAMTS13); abnormal coagulation → DIC.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causes thrombosis, not bleeding — use the 4T score, anti-PF4, then a functional assay; stop heparin early.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 is isolated thrombocytopenia and a diagnosis of exclusion.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platelet-function problems, start with von Willebrand testing and aggregometry.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Cuker A, et al. ASH guidelines on the management of HIT. Blood Adv.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Zheng XL, et al. ISTH guidelines for diagnosis and treatment of TTP. J Thromb Haemost. 2020.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Neunert C, et al. ASH guidelines for immune thrombocytopenia. Blood Adv. 2019.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Keohane EM, et al. Rodak’s Hematology, 6th ed. Elsevier, 2020.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Platelet Disorders &amp; Thrombocytopenia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2026-06-28T06:03:45Z</dcterms:created>
  <dcterms:modified xsi:type="dcterms:W3CDTF">2026-06-28T06:03:45Z</dcterms:modified>
</cp:coreProperties>
</file>