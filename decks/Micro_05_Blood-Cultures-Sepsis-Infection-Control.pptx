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2E7D32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2E7D3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2E7D32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·  LECTURE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Cultures, Sepsis &amp; Infection-Control Pearls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Contaminant or Pathogen? Volume, Sets, and Time-to-Positivity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volume is the single biggest driver of culture yield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sets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sets from separate sites separate truth from contamination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Time-to-positivity helps flag true bacteremia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cultures are the highest-stakes routine micro test. Optimizing collection and interpreting positives — true bacteremia versus skin contaminant — directly affects sepsis care and antibiotic use.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commonest blood-culture errors are too little blood and too few sets — both degrade interpretation.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blood-culture collection (volume, sets, timing, antisepsis).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contamination from true bacteremia.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time-to-positivity and organism identity in interpretation.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laboratory to sepsis bundles.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rapid identification from positive bottles.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infection-control / epidemiology interface.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collection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volume, sets, antisepsis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Contaminant vs pathogen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interpretation framework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interface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turnaround and bundles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control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outbreaks and prevention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Interpretation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BLOOD CULTURES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Bacteremia vs Contaminant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micro_bc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04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Multiple positive sets, short time-to-positivity, and a typical pathogen favor true infection.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COLLECTION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Sample 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SETS DRIVE YIELD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VOLUME is the strongest determinant of sensitivity — fill bottles to the recommended volume.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multiple sets (usually 2–3) from separate venipuncture sites before antibiotics when possible.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 = aerobic + anaerobic bottle.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drawing from lines unless evaluating a line infection (paired cultures).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ANTISEPSIS &amp; TIMING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skin antisepsis minimizes skin-flora contamination.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before antibiotics if feasible; do not delay therapy in severe sepsis.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set/site to support interpretation.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Adequate, well-collected sets reduce both false negatives and false positives.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&amp; Infection Control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Positive Bottle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TRUE INFECTION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organism in multiple sets/bottles; short time-to-positivity.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typical of bacteremia: S. aureus, Gram-negative rods, S. pneumoniae, Candida.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clinical sepsis and source.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across draws.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CONTAMINANT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bottle of several positive; long time-to-positivity.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skin flora (coagulase-negative staph, Cutibacterium, diphtheroids).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sepsis; different organisms each draw.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is probabilistic — integrate all features.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Bundles &amp; Infection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 SEPSIS 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Gram stain, ID, and resistance markers from positive bottles speed appropriate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critical positives immediately.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source identification and de-escalation.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directly affects outcomes.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PREVENTION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detects clusters and outbreaks (e.g., resistant organisms).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central-line-associated bloodstream infections and contamination rates.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infection prevention on isolation and reporting.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Notifiable organisms trigger public-health reporting.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four blood-culture bottles (a single bottle from one set) grows coagulase-negative staphylococcus after 4 days, in a well patient with no central line.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or contaminant? What features guide you?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Likely Contaminant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positive bottle of several, with skin flora (CoNS), long time-to-positivity, and no clinical sepsis, favors contamination.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Coagulase-negative staphylococci are common skin contaminants.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line reduces the prior probability of true CoNS bacteremia.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vancomycin; correlate clinically and consider a repeat set if doubt.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Single-bottle CoNS in a well patient without a line is usually contamination — integrate set positivity, organism, time-to-positivity, and clinical picture.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sets grow Staphylococcus aureus with a short time-to-positivity in a febrile patient. Rapid molecular testing detects mecA.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interpret and act on this?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True S. aureus Bacteremia (MRSA)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in multiple sets with short time-to-positivity is true bacteremia — never dismissed as contaminant.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detection indicates MRSA → start appropriate anti-MRSA therapy promptly.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bacteremia mandates source evaluation (e.g., endocarditis, line) and follow-up cultures.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full 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in blood is always significant; rapid mecA detection enables early correct therapy while AST confirms the profile.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factor for blood-culture sensitivity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Bottle brand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Blood volume collected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Time of day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Patient age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Needle gauge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Blood volume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rises with the volume of blood cultured; under-filling bottles is a leading cause of false-negative cultures.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scenario most strongly suggests a true pathogen rather than contamination?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Single bottle positive for coagulase-negative staph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Same Gram-negative rod in multiple sets with short time-to-positivity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Different organisms in each set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Cutibacterium after 5 days in one bottle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Diphtheroids in one bottle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Same GNR in multiple sets, short TTP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growth across sets, a typical pathogen (GNR), and short time-to-positivity all favor true bacteremia.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Staphylococcus aureus in blood cultures should be regarded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Usually a contaminant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Clinically significant, requiring treatment and source evaluation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Ignored if the patient is afebrile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Significant only with a central line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reason to stop antibiotics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Clinically significant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bacteremia is essentially never a contaminant; it requires therapy, source evaluation (e.g., endocarditis), and follow-up cultures.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volume and multiple sets from separate sites are the foundations of reliable blood cultures.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set positivity, organism identity, time-to-positivity, and clinical picture to call contaminant vs pathogen.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Single-bottle skin flora (CoNS) in a well patient is usually contamination; S. aureus in blood is always significant.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Gram stain/ID/resistance markers from positive bottles accelerate appropriate sepsis therapy.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partners with infection prevention on surveillance, contamination rates, and notifiable organisms.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Carroll KC, et al. Manual of Clinical Microbiology, 12th ed. ASM Press, 2019.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CLSI M47: Principles and Procedures for Blood Cultures.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Lamy B, et al. How to optimize the use of blood cultures. Front Microbiol. 2016.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IDSA/ASM Guide to Utilization of the Microbiology Laboratory.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Cultures, Sepsis &amp; Infection-Control Pearls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2026-06-28T05:42:26Z</dcterms:created>
  <dcterms:modified xsi:type="dcterms:W3CDTF">2026-06-28T05:42:26Z</dcterms:modified>
</cp:coreProperties>
</file>