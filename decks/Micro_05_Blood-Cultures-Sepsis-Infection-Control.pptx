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Cultures, Sepsis &amp; Infection Control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Contamination, Time-to-Positivity, and the Laboratory’s Role in Safety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driver of blood-culture yield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sets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sets distinguish true bacteremia from contaminants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is a frontline sensor for outbreaks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cultures are the highest-impact bacteriology test and a frequent source of error. The laboratory’s handling — volume, sets, time-to-positivity — and its infection-control role determine outcomes well beyond a single result.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enough blood, in enough sets, before antibiotics — then read positives by sets, organism, and time-to-positivity.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blood-culture volume and set requirements and why they matter.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true bacteremia from contamination.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time-to-positivity and differential time-to-positivity.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rapid identification from positive blood cultures.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laboratory’s infection-control and outbreak-detection role.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stewardship to blood-culture results.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volume, sets, antisepsis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vs truth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interpreting positives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Time-to-positivity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DTP and source clues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Infection control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lab as a sensor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Blood Cultures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BLOOD CULTURES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Sets, Volume &amp; the Path to Identification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bc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41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521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Adequate volume and multiple sets, drawn before antibiotics, drive yield and interpretation.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COLLECTION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Sets &amp; Antisepsis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SETS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is volume-dependent — fill bottles to the recommended volume.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2–3 sets from separate venipunctures for suspected bacteremia/endocarditis.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before starting antimicrobials whenever possible.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 = aerobic + anaerobic bottle.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ANTISEPSIS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skin antisepsis minimizes contamination by skin flora.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drawing through existing lines unless evaluating a line infection (paired peripheral + line).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time each set.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directly controls the contamination rate.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Positives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Bacteremia vs Contamination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FAVORS TRUE BACTEREMIA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positive sets with the same organism.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Virulent organisms (S. aureus, GNR, pneumococcus, Candida) in any set.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clinical picture and source.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time-to-positivity for pathogens.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FAVORS CONTAMINATION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set growing skin flora (CoNS, Cutibacterium, diphtheroids) in a well patient.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Late, single-bottle positivity.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different organisms without a source.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institutional contamination rate signals a process problem.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TIME-TO-POSITIVITY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Clock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TIME-TO-POSITIVITY (TTP)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TTP generally reflects higher organism burden / more virulent pathogens.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short TTP for S. aureus or GNR suggests significant bacteremia.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TTP with skin flora suggests contamination.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complements, not replaces, clinical judgment.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TTP (LINE INFECTION)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line-drawn culture turning positive markedly earlier than a peripheral one supports a catheter-related bloodstream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line + peripheral draws are required.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line-removal decisions.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the clinical team.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RAPID ID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Positive Bottle to 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IDENTIFICATION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 from the positive bottle gives an immediate, callable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molecular/MALDI panels report organism + key resistance genes quickly.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ID enables prompt targeted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critical results urgently.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CONFIRM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Subculture and AST confirm identity and full susceptibility.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Genotypic markers may not capture all resistance.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and integrate with stewardship.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cultures confirm clearance for S. aureus/Candida.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Infection Control,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INFECTION 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as a Safety Sensor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DETECTION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of organisms or resistance patterns can be the first sign of an outbreak.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reportable/notifiable organisms promptly.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epidemiologically important resistance (CRE, VRE, MRSA).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typing/epidemiology when needed.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&amp; POLICY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results (positive blood cultures, alert organisms) require documented, timely notification.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infection prevention on isolation decisions.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feed back contamination rates.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to the antibiogram and stewardship.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grows in all four bottles (two sets) within 12 hours in a febrile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interpret this, and what are the next steps?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S. aureus Bacteremia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in multiple sets with short time-to-positivity indicates true, significant bacteremia.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in blood is never dismissed as a contaminant.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ID/resistance (e.g., MRSA marker) guides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evaluation and follow-up cultures to document clearance are warranted.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bacteremia is always significant — it mandates source workup, appropriate therapy, and documented clearance cultures.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bottle of one set grows coagulase-negative staphylococci at 4 days in an asymptomatic outpatient.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infection or contamination?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Single-Bottle CoNS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late-positive bottle of skin flora in a well patient most likely represents contamination.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CoNS bacteremia usually shows multiple positive sets and a risk factor (e.g., a line).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cultures and clinical correlation resolve ambiguity.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contamination causes harm and cost.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CoNS by number of positive sets, time-to-positivity, and patient context — a lone late bottle is usually a contaminant.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line-drawn culture flags positive 3 hours before the simultaneously drawn peripheral culture in a patient with a central line.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differential time-to-positivity suggest?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Differential Time-to-Positivity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positivity from the line vs peripheral draw supports a catheter-related bloodstream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a higher organism burden at the catheter.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line-removal and source-control decisions.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properly paired, simultaneous draws.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meaningful lead time in line vs peripheral positivity (DTP) points to the catheter as the source of bacteremia.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determinant of blood-culture sensitivity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Skin antiseptic choice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Total blood volume cultured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Incubation temperature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Bottle manufacturer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Time of day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Total blood volume cultured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is directly related to inoculated volume; under-filling bottles is a leading preventable cause of false negatives.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finding most strongly indicates true bacteremia rather than contamination?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Single bottle growing CoNS at day 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Same virulent organism in multiple sets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Multiple different skin organisms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Late single-bottle positivity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Growth only after subculture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Same organism in multiple 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growth across sets, especially of virulent organisms, supports true bacteremia; isolated skin flora suggests contamination.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blood culture for S. aureus should be regarded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likely contaminant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Always clinically significant, warranting workup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Ignorable if the patient is afebrile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Significant only if 3 sets are positive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reason to stop antibiotics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Always significant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bacteremia is never treated as a contaminant; it requires source evaluation, therapy, and clearance cultures.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time-to-positivity (line vs peripheral) is used to assess: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Antibiotic dosing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Catheter-related bloodstream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Endocarditis duration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Contamination rate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antibiogram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Catheter-related bloodstream infection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Markedly earlier positivity from a line draw than a paired peripheral draw supports the catheter as the bacteremia source.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Blood-culture yield is volume-dependent; collect adequate volume in multiple sets before antibiotics.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positives by number of sets, organism virulence, time-to-positivity, and clinical context.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aureus, GNR, pneumococcus, and Candida in blood are significant; lone late skin flora suggests contamination.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time-to-positivity helps diagnose catheter-related bloodstream infection.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is a frontline infection-control sensor — alert on outbreaks and epidemiologically important resistance.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Clinical and Laboratory Standards Institute: blood-culture guidance.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Carroll KC, et al. Manual of Clinical Microbiology, 12th ed.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IDSA guidelines on intravascular catheter-related infection.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Lamy B, et al. Blood culture best practices. Clin Microbiol Rev.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Cultures, Sepsis &amp; Infection Control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2026-06-28T06:58:53Z</dcterms:created>
  <dcterms:modified xsi:type="dcterms:W3CDTF">2026-06-28T06:58:53Z</dcterms:modified>
</cp:coreProperties>
</file>