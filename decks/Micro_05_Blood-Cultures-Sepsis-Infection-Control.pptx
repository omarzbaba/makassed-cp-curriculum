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84" r:id="rId35"/>
    <p:sldId id="276" r:id="rId22"/>
    <p:sldId id="283" r:id="rId34"/>
    <p:sldId id="277" r:id="rId23"/>
    <p:sldId id="282" r:id="rId33"/>
    <p:sldId id="278" r:id="rId24"/>
    <p:sldId id="281" r:id="rId32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52560" y="1188720"/>
            <a:ext cx="4480560" cy="4480560"/>
          </a:xfrm>
          <a:prstGeom prst="ellipse">
            <a:avLst/>
          </a:prstGeom>
          <a:solidFill>
            <a:srgbClr val="2E7D32">
              <a:alpha val="14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058400" y="2743200"/>
            <a:ext cx="2468880" cy="2468880"/>
          </a:xfrm>
          <a:prstGeom prst="ellipse">
            <a:avLst/>
          </a:prstGeom>
          <a:solidFill>
            <a:srgbClr val="2E7D32">
              <a:alpha val="22000"/>
            </a:srgbClr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10835640" y="3611880"/>
            <a:ext cx="1143000" cy="1143000"/>
          </a:xfrm>
          <a:prstGeom prst="ellipse">
            <a:avLst/>
          </a:prstGeom>
          <a:solidFill>
            <a:srgbClr val="2E7D32">
              <a:alpha val="42000"/>
            </a:srgbClr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66928" y="1078992"/>
            <a:ext cx="5532120" cy="420624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66928" y="1078992"/>
            <a:ext cx="5532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PATHOLOGY RESIDENCY LECTURE SERIES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66928" y="181051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·  LECTURE 5 OF 5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66928" y="2286000"/>
            <a:ext cx="8595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Blood Cultures, Sepsis &amp; Infection Control</a:t>
            </a:r>
            <a:endParaRPr lang="en-US" sz="4600" dirty="0"/>
          </a:p>
        </p:txBody>
      </p:sp>
      <p:sp>
        <p:nvSpPr>
          <p:cNvPr id="9" name="Text 7"/>
          <p:cNvSpPr/>
          <p:nvPr/>
        </p:nvSpPr>
        <p:spPr>
          <a:xfrm>
            <a:off x="566928" y="3840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BFD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Volume, Contamination, Time-to-Positivity, and the Laboratory’s Role in Safety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566928" y="50749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Tamima El-Jisr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D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Chairperson, Department of Laboratory Medicine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D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Hospital, Beirut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899855" y="59893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DA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Pathology Residency Curriculum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FRAMING 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66928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713232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single biggest driver of blood-culture yield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44314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344314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sets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490618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sets distinguish true bacteremia from contaminants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21701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121701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8268005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lab is a frontline sensor for outbreaks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429000"/>
            <a:ext cx="11057839" cy="1371600"/>
          </a:xfrm>
          <a:prstGeom prst="roundRect">
            <a:avLst>
              <a:gd name="adj" fmla="val 6000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41248" y="3611880"/>
            <a:ext cx="105091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Blood cultures are the highest-impact bacteriology test and a frequent source of error. The laboratory’s handling — volume, sets, time-to-positivity — and its infection-control role determine outcomes well beyond a single result.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566928" y="5029200"/>
            <a:ext cx="1105783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 enough blood, in enough sets, before antibiotics — then read positives by sets, organism, and time-to-positivity.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·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68096" y="1969008"/>
            <a:ext cx="420624" cy="420624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68096" y="1969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353312" y="1481328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blood-culture volume and set requirements and why they matter.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78728" y="1481328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6479896" y="1969008"/>
            <a:ext cx="420624" cy="420624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479896" y="1969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065112" y="1481328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Distinguish true bacteremia from contamination.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151632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768096" y="3639312"/>
            <a:ext cx="420624" cy="420624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68096" y="3639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353312" y="3151632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 time-to-positivity and differential time-to-positivity.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278728" y="3151632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6479896" y="3639312"/>
            <a:ext cx="420624" cy="420624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479896" y="3639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065112" y="3151632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Outline rapid identification from positive blood cultures.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4821936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768096" y="5309616"/>
            <a:ext cx="420624" cy="420624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768096" y="5309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353312" y="4821936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laboratory’s infection-control and outbreak-detection role.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278728" y="4821936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6479896" y="5309616"/>
            <a:ext cx="420624" cy="420624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6479896" y="5309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065112" y="4821936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stewardship to blood-culture results.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WHAT WE WILL COVER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49808" y="1682496"/>
            <a:ext cx="384048" cy="384048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49808" y="1682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98448" y="1481328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volume, sets, antisepsis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432304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749808" y="2633472"/>
            <a:ext cx="384048" cy="384048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49808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98448" y="2432304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Contamination vs truth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interpreting positives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3383280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749808" y="3584448"/>
            <a:ext cx="384048" cy="384048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49808" y="3584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98448" y="3383280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Time-to-positivity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DTP and source clues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66928" y="4334256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749808" y="4535424"/>
            <a:ext cx="384048" cy="384048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749808" y="4535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98448" y="4334256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Infection control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the lab as a sensor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66928" y="5285232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749808" y="5486400"/>
            <a:ext cx="384048" cy="384048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749808" y="5486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98448" y="5285232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&amp; board review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F5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E8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ONE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Collecting Blood Cultures</a:t>
            </a:r>
            <a:endParaRPr lang="en-US" sz="3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BLOOD CULTURES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Sets, Volume &amp; the Path to Identification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83768" y="1481328"/>
            <a:ext cx="10424160" cy="4297680"/>
          </a:xfrm>
          <a:prstGeom prst="roundRect">
            <a:avLst>
              <a:gd name="adj" fmla="val 1915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5" name="Image 0" descr="/tmp/cp_work2/art/micro_bc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1784" y="1609344"/>
            <a:ext cx="10168128" cy="404164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852160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schematic. Adequate volume and multiple sets, drawn before antibiotics, drive yield and interpretation.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COLLECTION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Volume, Sets &amp; Antisepsis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AND SETS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Yield is volume-dependent — fill bottles to the recommended volume.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 2–3 sets from separate venipunctures for suspected bacteremia/endocarditis.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before starting antimicrobials whenever possible.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set = aerobic + anaerobic bottle.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9F3E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ANTISEPSIS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Rigorous skin antisepsis minimizes contamination by skin flora.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drawing through existing lines unless evaluating a line infection (paired peripheral + line).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and time each set.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Technique directly controls the contamination rate.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F5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E8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TWO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Interpreting Positives</a:t>
            </a:r>
            <a:endParaRPr lang="en-US" sz="3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INTERPRETATION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Bacteremia vs Contamination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FAVORS TRUE BACTEREMIA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positive sets with the same organism.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Virulent organisms (S. aureus, GNR, pneumococcus, Candida) in any set.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Compatible clinical picture and source.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time-to-positivity for pathogens.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9F3E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FAVORS CONTAMINATION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set growing skin flora (CoNS, Cutibacterium, diphtheroids) in a well patient.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Late, single-bottle positivity.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different organisms without a source.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institutional contamination rate signals a process problem.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TIME-TO-POSITIVITY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the Clock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TIME-TO-POSITIVITY (TTP)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Shorter TTP generally reflects higher organism burden / more virulent pathogens.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short TTP for S. aureus or GNR suggests significant bacteremia.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TTP with skin flora suggests contamination.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TTP complements, not replaces, clinical judgment.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9F3E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DIFFERENTIAL TTP (LINE INFECTION)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line-drawn culture turning positive markedly earlier than a peripheral one supports a catheter-related bloodstream infection.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Paired line + peripheral draws are required.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Supports line-removal decisions.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 with the clinical team.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RAPID ID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Positive Bottle to Action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 IDENTIFICATION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 stain from the positive bottle gives an immediate, callable result.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 molecular/MALDI panels report organism + key resistance genes quickly.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ID enables prompt targeted therapy.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Communicate critical results urgently.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9F3E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CONFIRM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Subculture and AST confirm identity and full susceptibility.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Genotypic markers may not capture all resistance.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and integrate with stewardship.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Follow-up cultures confirm clearance for S. aureus/Candida.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5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E8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THREE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Infection Control, Cases &amp; Board</a:t>
            </a:r>
            <a:endParaRPr lang="en-US" sz="3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INFECTION CONTROL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Laboratory as a Safety Sensor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OUTBREAK DETECTION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Clustering of organisms or resistance patterns can be the first sign of an outbreak.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reportable/notifiable organisms promptly.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on epidemiologically important resistance (CRE, VRE, MRSA).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typing/epidemiology when needed.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9F3E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COMMUNICATION &amp; POLICY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results (positive blood cultures, alert organisms) require documented, timely notification.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with infection prevention on isolation decisions.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and feed back contamination rates.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Contribute to the antibiogram and stewardship.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CASE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S. aureus grows in all four bottles (two sets) within 12 hours in a febrile patient.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you interpret this, and what are the next steps?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CASE 1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1: S. aureus Bacteremia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S. aureus in multiple sets with short time-to-positivity indicates true, significant bacteremia.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S. aureus in blood is never dismissed as a contaminant.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 ID/resistance (e.g., MRSA marker) guides therapy.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evaluation and follow-up cultures to document clearance are warranted.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S. aureus bacteremia is always significant — it mandates source workup, appropriate therapy, and documented clearance cultures.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CASE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bottle of one set grows coagulase-negative staphylococci at 4 days in an asymptomatic outpatient.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infection or contamination?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CASE 2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2: Single-Bottle CoNS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late-positive bottle of skin flora in a well patient most likely represents contamination.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CoNS bacteremia usually shows multiple positive sets and a risk factor (e.g., a line).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cultures and clinical correlation resolve ambiguity.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Treating contamination causes harm and cost.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 CoNS by number of positive sets, time-to-positivity, and patient context — a lone late bottle is usually a contaminant.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CASE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3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line-drawn culture flags positive 3 hours before the simultaneously drawn peripheral culture in a patient with a central line.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the differential time-to-positivity suggest?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CASE 3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3: Differential Time-to-Positivity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Earlier positivity from the line vs peripheral draw supports a catheter-related bloodstream infection.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reflects a higher organism burden at the catheter.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Supports line-removal and source-control decisions.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 properly paired, simultaneous draws.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clinically meaningful lead time in line vs peripheral positivity (DTP) points to the catheter as the source of bacteremia.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BOARD REVIEW  ·  Q1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important determinant of blood-culture sensitivity is: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Skin antiseptic choice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Total blood volume cultured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Incubation temperature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Bottle manufacturer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Time of day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BOARD REVIEW  ·  Q2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finding most strongly indicates true bacteremia rather than contamination?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Single bottle growing CoNS at day 4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Same virulent organism in multiple sets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Multiple different skin organisms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Late single-bottle positivity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Growth only after subculture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BOARD REVIEW  ·  Q3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positive blood culture for S. aureus should be regarded as: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A likely contaminant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Always clinically significant, warranting workup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Ignorable if the patient is afebrile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Significant only if 3 sets are positive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A reason to stop antibiotics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BOARD REVIEW  ·  Q4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Differential time-to-positivity (line vs peripheral) is used to assess: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Antibiotic dosing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Catheter-related bloodstream infection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Endocarditis duration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Contamination rate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The antibiogram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A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0972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Take-Home Points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49808" y="1755648"/>
            <a:ext cx="365760" cy="365760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49808" y="1755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80160" y="1517904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Blood-culture yield is volume-dependent; collect adequate volume in multiple sets before antibiotics.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2505456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749808" y="2743200"/>
            <a:ext cx="365760" cy="365760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49808" y="2743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80160" y="2505456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 positives by number of sets, organism virulence, time-to-positivity, and clinical context.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493008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749808" y="3730752"/>
            <a:ext cx="365760" cy="365760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49808" y="37307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80160" y="3493008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S. aureus, GNR, pneumococcus, and Candida in blood are significant; lone late skin flora suggests contamination.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66928" y="4480560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749808" y="4718304"/>
            <a:ext cx="365760" cy="365760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749808" y="47183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80160" y="4480560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Differential time-to-positivity helps diagnose catheter-related bloodstream infection.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5468112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749808" y="5705856"/>
            <a:ext cx="365760" cy="365760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749808" y="57058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80160" y="5468112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laboratory is a frontline infection-control sensor — alert on outbreaks and epidemiologically important resistance.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1002975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REFERENCES &amp; FURTHER READING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481328"/>
            <a:ext cx="11057839" cy="4828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 Clinical and Laboratory Standards Institute: blood-culture guidance.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 Carroll KC, et al. Manual of Clinical Microbiology, 12th ed. ASM Press.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 IDSA guidelines on intravascular catheter-related infection.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 Lamy B, et al. Blood culture best practices. Clin Microbiol Rev.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8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BOARD REVIEW  ·  Q4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Differential time-to-positivity (line vs peripheral) is used to assess: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Antibiotic dosing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1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Catheter-related bloodstream infection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Endocarditis duration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Contamination rate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The antibiogram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Catheter-related bloodstream infection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Markedly earlier positivity from a line draw than a paired peripheral draw supports the catheter as the bacteremia source.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BOARD REVIEW  ·  Q3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positive blood culture for S. aureus should be regarded as: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A likely contaminant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1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Always clinically significant, warranting workup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Ignorable if the patient is afebrile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Significant only if 3 sets are positive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A reason to stop antibiotics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Always significant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S. aureus bacteremia is never treated as a contaminant; it requires source evaluation, therapy, and clearance cultures.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BOARD REVIEW  ·  Q2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finding most strongly indicates true bacteremia rather than contamination?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Single bottle growing CoNS at day 4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1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Same virulent organism in multiple sets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Multiple different skin organisms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Late single-bottle positivity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Growth only after subculture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Same organism in multiple sets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Concordant growth across sets, especially of virulent organisms, supports true bacteremia; isolated skin flora suggests contamination.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BOARD REVIEW  ·  Q1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important determinant of blood-culture sensitivity is: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Skin antiseptic choice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1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Total blood volume cultured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Incubation temperature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Bottle manufacturer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Time of day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Total blood volume cultured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Yield is directly related to inoculated volume; under-filling bottles is a leading preventable cause of false negatives.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Blood Cultures, Sepsis &amp; Infection Control</dc:title>
  <dc:subject>PptxGenJS Presentation</dc:subject>
  <dc:creator>Makassed General Hospital — Department of Laboratory Medicine</dc:creator>
  <cp:lastModifiedBy>Makassed General Hospital — Department of Laboratory Medicine</cp:lastModifiedBy>
  <cp:revision>1</cp:revision>
  <dcterms:created xsi:type="dcterms:W3CDTF">2026-06-28T06:58:53Z</dcterms:created>
  <dcterms:modified xsi:type="dcterms:W3CDTF">2026-06-28T06:58:53Z</dcterms:modified>
</cp:coreProperties>
</file>