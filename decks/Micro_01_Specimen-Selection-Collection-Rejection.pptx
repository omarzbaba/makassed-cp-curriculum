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2E7D32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2E7D32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2E7D32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Selection, Collection &amp; Rejection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Pre-Analytic Foundation of Reliable Microbiology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clinically misleading micro results begin before the bench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Q-score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Sputum is screened for quality before it is cultured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rejection policy protects the patient from false results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is uniquely sensitive to specimen quality: the wrong site, container, or transport time produces confidently reported but clinically misleading results. The pre-analytic phase is where the laboratory adds the most value.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culture is only as good as the specimen — contamination, delay, and wrong-site sampling cannot be corrected on the bench.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specimen to the clinical syndrome and suspected pathogen.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correct collection technique, container, and transport conditions.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screening criteria (e.g., sputum Q-score) to judge specimen quality.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common specimen rejection criteria and the duty to communicate them.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impact of normal flora and contamination on interpretation.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special handling for anaerobes, viruses, and fastidious organisms.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test, right site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matching specimen to syndrome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transport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containers, media, timing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screening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Q-score, rejection criteria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&amp; contamination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interpretation pitfalls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Collection &amp; Transport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PRE-ANALYTIC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Specimen Quality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517136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icro_speci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261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716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Quality is decided before culture: right test, right site, right container, right transport — or reject and communicate.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Specimen to the Syndrome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TEST FOR THE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specimen that samples the actual site of infection, not a contaminated surrogate.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respiratory infection: deep sputum/BAL, not saliva.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Bloodstream: adequate-volume blood cultures before antibiotics.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Wounds: aspirate or tissue beats a superficial swab.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TIMING MATTER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volume drives sensitivity (blood-culture yield is volume-dependent).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before antimicrobials whenever feasible.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and convalescent serology needs paired timing.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sites/sets improve detection and interpretation.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COLLECTION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Media &amp; Transport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MEDIA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correct transport system: aerobic/anaerobic, viral transport medium, sterile leak-proof containers.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Swabs are inferior to aspirates/tissue for many sites.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and sterile fluids: prompt, never refrigerated for fastidious organisms.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at the bedside — right patient, site,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TIME &amp; TEMPERATURE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allow overgrowth of flora and death of fastidious organisms.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specimens: prompt transport at the specified temperature.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Urine: refrigerate or use preservative to limit overgrowth.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Anaerobes and Neisseria are especially transport-sensitive.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Screening &amp; Interpretation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Rejection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SCREENING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Sputum Q-score: many squamous epithelial cells indicate saliva → reject; many PMNs with few squamous → acceptable.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stain screens adequacy before culture.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Quantitation guides interpretation in urine and respiratory specimens.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prevents reporting contaminants as pathogens.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(and call the clinician): unlabeled/mislabeled, leaking, wrong medium, excessive delay, inappropriate source.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reason and request a proper recollection.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process a compromised specimen.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a patient-safety act, not an inconvenience.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Flora &amp; Contamination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FLORA-RICH VS STERILE SITES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normal flora (skin, throat, stool, lower GU) require culture methods and interpretation that separate flora from pathogen.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Sterile sites (blood, CSF, joint) make any growth significant.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thresholds aid urine interpretation.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flora appropriately, not as pathogens.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CONTAMINATION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flora (coagulase-negative staph, Cutibacterium) in one blood-culture set suggests contamination.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enteric flora in a 'wound' suggests poor technique.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Gram stain and clinical picture.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drives unnecessary antibiotics if misread.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SPECIAL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with Special Requirements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2062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Anaerobes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Anaerobic transport; aspirate/tissue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O₂-sensitive; swabs 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transport medium; cold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viability/NA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Neisseria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transport; do not refrigerate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Fastidious, cold-sensitive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Mycobacteria/fungi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 volume; specific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growers; low burden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CSF (bacterial)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Immediate, room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fastidious organisms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about handling, call the laboratory before collecting — it preserves the only sample you may get.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'sputum' from a patient with pneumonia grows mixed oral flora. The Gram stain shows abundant squamous epithelial cells and rare PMNs.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laboratory handle this specimen and result?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Saliva, Not Sputum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 stain (many squamous cells, few PMNs) indicates a saliva-contaminated, non-diagnostic specimen.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specimens should be screened out (low Q-score) rather than cultured/reported.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inadequacy and request a properly collected lower-respiratory specimen.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mixed flora here would mislead therapy.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sputum Gram-stain screen prevents the laboratory from culturing saliva and reporting oral flora as a pathogen.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two blood-culture sets grows coagulase-negative staphylococci after 3 days; the patient is afebrile with no line.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true bacteremia or contamination, and what supports your call?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Single-Set CoNS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positive set of skin flora (CoNS) with late time-to-positivity and a well patient suggests contamination.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CoNS bacteremia is supported by multiple positive sets and a compatible clinical picture (e.g., a line).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time-to-positivity and the number of positive sets.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contamination drives unnecessary vancomycin.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blood-culture positives by organism, number of positive sets, and time-to-positivity — not a single bottle in isolation.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swab labeled 'abscess' is submitted for anaerobic culture after sitting at the front desk for several hours in a dry tube.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problem, and what should the laboratory do?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Wrong Transport for Anaerobes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dry swab with prolonged ambient exposure is inadequate for anaerobic culture — anaerobes die and the sample dries.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Anaerobes require an aspirate/tissue in an anaerobic transport system, promptly delivered.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and request a proper aspirate in anaerobic transport.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communicate the reason.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Anaerobic cultures demand the right specimen type and transport; a dried swab cannot be salvaged on the bench.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sputum Gram-stain finding best indicates a specimen suitable for culture?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Many squamous epithelial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Many polymorphonuclear cells with few squamous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cells at all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Mixed oral flora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Yeast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specimen should NOT be refrigerated before processing?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Urine for culture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Stool for routine pathogens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CSF for bacterial culture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Serum for serology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Sputum for routine culture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determinant of blood-culture sensitivity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Skin antiseptic brand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Bottle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Volume of blood cultured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Incubator humidity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Time of day drawn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mislabeled specimen from a sterile site (e.g., CSF) should generally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Processed and reported normally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Relabeled by the technologist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Rejected with a request to recollect, balancing the difficulty of recollection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Discarded silently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Reported with a disclaimer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specimen to the syndrome and sample the true site of infection — pre-analytic choices dominate accuracy.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correct containers, media, and transport timing/temperature; delays and wrong media destroy yield.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quality (sputum Q-score) and apply clear rejection criteria — always communicate rejections.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normal flora and contamination from true pathogens using site, quantitation, and clinical correlation.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Anaerobes, viruses, Neisseria, and mycobacteria need special handling — call the lab when unsure.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Miller JM, et al. Guide to Utilization of the Microbiology Laboratory (IDSA/ASM). Clin Infect Dis.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Carroll KC, et al. Manual of Clinical Microbiology, 12th ed. ASM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quality and transport guidance.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Tille P. Bailey &amp; Scott’s Diagnostic Microbiology, 15th 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mislabeled specimen from a sterile site (e.g., CSF) should generally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Processed and reported normally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Relabeled by the technologist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Rejected with a request to recollect, balancing the difficulty of recollection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Discarded silently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Reported with a disclaimer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Rejected/recollected per policy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errors are a patient-safety issue; policy generally requires recollection, with special handling only for truly irreplaceable specimens after documented verification.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determinant of blood-culture sensitivity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Skin antiseptic brand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Bottle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Volume of blood cultured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Incubator humidity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Time of day drawn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Volume of blood cultured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directly related to the blood volume inoculated; inadequate volume is the leading preventable cause of false-negative cultures.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specimen should NOT be refrigerated before processing?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Urine for culture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Stool for routine pathogens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CSF for bacterial culture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Serum for serology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Sputum for routine culture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CSF for bacterial culture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for bacterial culture should be processed promptly at room temperature to preserve fastidious organisms (e.g., Neisseria, Haemophilus).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sputum Gram-stain finding best indicates a specimen suitable for culture?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Many squamous epithelial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Many polymorphonuclear cells with few squamous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cells at all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Mixed oral flora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Yeast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Many PMNs, few squamous cells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PMNs with few squamous epithelial cells indicate a true lower-respiratory specimen; abundant squamous cells indicate saliva.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Selection, Collection &amp; Rejection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2026-06-28T06:58:53Z</dcterms:created>
  <dcterms:modified xsi:type="dcterms:W3CDTF">2026-06-28T06:58:53Z</dcterms:modified>
</cp:coreProperties>
</file>