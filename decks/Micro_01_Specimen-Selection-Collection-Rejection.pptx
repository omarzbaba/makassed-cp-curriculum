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2E7D32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2E7D32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2E7D32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·  LECTURE 1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 Selection, Collection &amp; Rejection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In, Garbage Out: Protecting the Result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microbiology errors are preanalytic — the wrong or contaminated specimen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time and temperature decide what survives to be cultured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rejection prevents a misleading result and bad antibiotics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determinant of a useful culture is the specimen. Matching specimen, container, and transport to the suspected pathogen — and rejecting unsuitable samples — protects the patient from misleading results.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contaminated or degraded specimen produces confident, wrong answers — and unnecessary, harmful antibiotics.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specimen type, container, and transport to the suspected pathogen.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rejection criteria and explain their rationale.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how preanalytic factors degrade culture and molecular testing.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contamination at collection.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anaerobic and fastidious-organism specimens correctly.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specimen problems constructively to clinicians.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Specimen-to-pathogen matching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right sample for the question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viability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time, temperature, media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criteria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and their rationale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 &amp; special cases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anaerobes, fastidious organisms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&amp; Transporting the Specimen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SPECIMEN MATCHING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Specimen for the Question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657600"/>
                <a:gridCol w="437997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question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 specimen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Pitfall to avoid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respiratory infection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sputum / endotracheal / BAL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Saliva (squamous cells) → 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Bloodstream infection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blood culture sets, adequate volume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small-volume draw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Wound / abscess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Aspirate or tissue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Superficial swab (surface flora)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Urinary tract infection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Clean-catch midstream / cath urine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Delayed transport → overgrowth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Anaerobic infection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Aspirate/tissue in anaerobic transport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 swab; air exposure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and aspirates beat swabs; the laboratory can only report what the specimen contains.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VIABILITY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Transport, Temperature &amp; Media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PATHOGENS ALIVE (OR STABLE)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promptly; delays allow overgrowth of contaminants and death of fastidious organisms.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bacterial specimens: room temperature in transport medium; urine refrigerated or with preservative.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CSF for bacteria: do NOT refrigerate (fastidious organisms like Neisseria, Haemophilus die).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Viral/molecular specimens: dedicated viral transport medium, cold chain as specified.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CONTAINER, RIGHT ADDITIVE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Anaerobic transport for aspirates/tissue when anaerobes are suspected.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Sterile leakproof containers; correct preservative for the test.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at the bedside with two identifiers and the source/site.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assays have their own collection and stability rules — follow the manufacturer.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Rejection, Contamination &amp; Special Cases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REJECTION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and Why to Reject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REJECTION CRITERIA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Mislabeled / unlabeled specimen (irreconcilable identity).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Sputum with many squamous epithelial cells (saliva, not lower-tract).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swab, leaking container, wrong/expired transport medium.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24-hour specimens; foley tip cultures (not validated).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Excessive transport delay for the requested test.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REJECTION PROTECTS THE PATIENT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poor specimen yields contaminant growth → unnecessary, harmful antibiotics.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Rejecting and recollecting is safer than reporting a misleading result.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communicate the reason and the correct recollection.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for quality tracking and education.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SPECIAL CASES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Contamination, Anaerobes &amp; Fastidious Organisms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CONTAMINATION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Antisepsis at collection; clean-catch technique for urine; blood-culture skin prep.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surface swabs for deep infections (collect aspirate/tissue).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flora at the site limits interpretability (e.g., throat, stool, skin).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First-morning, deep specimens improve yield (e.g., AFB sputum ×3).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FASTIDIOUS / SPECIAL HANDLING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Anaerobes: aspirate/tissue, anaerobic transport, minimal air exposure.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Neisseria gonorrhoeae: NAAT preferred; culture needs prompt plating/CO₂.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AFB / fungal: larger volumes, dedicated processing.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specific requests so the right media/conditions are set up.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'sputum' specimen for culture shows, on Gram stain screening, abundant squamous epithelial cells and few white cells. Mixed oral flora grows.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screening Gram stain indicate, and what should the laboratory do?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Saliva, Not Sputum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Abundant squamous epithelial cells indicate oral contamination — the specimen is saliva, not lower-respiratory.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Culturing it yields uninterpretable mixed oral flora.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and request a properly collected deep specimen.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Gram stains (squamous vs neutrophils) gate sputum quality.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Squamous cells on a 'sputum' Gram stain = reject. Specimen quality screening prevents reporting oral flora as a pathogen.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swab labeled 'wound' from a deep abscess is sent in a dry tube with a request for anaerobic culture, arriving 6 hours later. Only aerobes grow.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might anaerobes be missed, and what was the collection error?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Anaerobic Collection Failure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Anaerobes are oxygen-sensitive; a dry swab with air exposure and delayed transport kills them.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abscesses should be sampled by ASPIRATE or tissue in anaerobic transport.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anaerobic culture here is unreliable.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Educate the team and recollect appropriately if still indicated.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anaerobes, collect aspirate/tissue into anaerobic transport and minimize delay and air exposure — swabs in air are inadequate.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CSF specimen for bacterial culture should be transported how?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Refrigerated immediately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Frozen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At room temperature without delay (do not refrigerate)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In anaerobic transport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In viral transport medium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Room temperature, no delay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Fastidious CSF pathogens (Neisseria meningitidis, Haemophilus influenzae) are killed by refrigeration; transport promptly at room temperature.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finding on a sputum quality screen warrants rejection for routine bacterial culture?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Many neutrophils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Many squamous epithelial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Presence of macrophages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Gram-positive cocci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Mucus strands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Many squamous epithelial cells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Squamous epithelial cells indicate saliva/oral contamination, making the specimen unrepresentative of the lower respiratory tract.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specimen to evaluate a deep abscess for anaerobes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Superficial swab in aerobic transport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Aspirate or tissue in anaerobic transport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Blood culture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Dry swab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Urine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Aspirate/tissue in anaerobic transport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Aspirates/tissue in anaerobic transport preserve oxygen-sensitive organisms; surface swabs collect skin flora and expose anaerobes to air.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specimen, container, and transport to the suspected pathogen — tissue/aspirate beats swab.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promptly; CSF for bacteria is never refrigerated; urine is refrigerated/preserved.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mislabeled samples and saliva-quality 'sputum'; rejection prevents misleading results and bad antibiotics.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Anaerobes need aspirate/tissue in anaerobic transport with minimal delay and air exposure.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the reason for rejection and the correct recollection — it is consultative care, not obstruction.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Miller JM, et al. A Guide to Utilization of the Microbiology Laboratory (IDSA/ASM). Clin Infect Dis. 2018/2024 update.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Carroll KC, et al. Manual of Clinical Microbiology, 12th ed. ASM Press, 2019.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M40: Quality Control of Microbiological Transport Systems.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Leber AL (ed). Clinical Microbiology Procedures Handbook, ASM Press.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Selection, Collection &amp; Rejection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2026-06-28T05:40:17Z</dcterms:created>
  <dcterms:modified xsi:type="dcterms:W3CDTF">2026-06-28T05:40:17Z</dcterms:modified>
</cp:coreProperties>
</file>