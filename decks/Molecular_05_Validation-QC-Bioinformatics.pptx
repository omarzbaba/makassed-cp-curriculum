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5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Quality Control &amp; Bioinformatics Essentials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Characteristics, Contamination Control, and the Pipeline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assays need full validation before clinical use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and depth gate which variants can be trusted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bioinformatics pipeline is part of the assay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molecular result is the end of a long chain — wet lab plus bioinformatics. Knowing how to validate performance, control contamination, and read quality metrics is what makes the result safe to report.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NGS, the bioinformatics pipeline is a regulated part of the assay — it must be validated and version-controlled like any reagent.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assay performance characteristics for molecular tests.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contamination-control practices.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working awareness of the bioinformatics pipeline.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sign-out pitfalls and artifacts.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coverage, depth, and quality metrics.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 proficiency testing for molecular assays.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accuracy, precision, LoD, specificity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control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workflow and carryover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Bioinformatics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pipeline, coverage, depth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Sign-out pitfalls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artifacts vs true variants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&amp; Contamination Control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Characteristics to Establish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397496"/>
              </a:tblGrid>
              <a:tr h="5303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Characteristic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establishes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Concordance with a reference/orthogonal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Repeatability and reproducibility (runs, operators, days)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Analytical sensitivity / LoD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Lowest reliably detected variant allele fraction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Analytical specificity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Freedom from interference and false-positive calls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Reportable range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Variant types/regions the assay validly detects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range / clinical validity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results and clinical performance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Laboratory-developed NGS tests require full validation of wet-lab AND bioinformatic components before clinical reporting.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CONTAMINATION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Amplicons and Samples Apart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CONTAMINATION IS DANGEROUS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Amplified product (amplicon) carryover can cause false positives in later runs.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Sample-to-sample (index hopping in NGS) can misassign reads.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tiny contamination matters at high analytic sensitivity.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Reagent and environmental contamination affect low-input assays.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AND WORKFLOW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Unidirectional workflow with physically separated pre- and post-amplification areas.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No-template (negative) controls every run; positive controls for sensitivity.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dual indexes to detect/limit index hopping.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contamination metrics and investigate trends.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Bioinformatics &amp; Sign-Out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BIOINFORMATICS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Part of the Assay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3483864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2278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03834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Alignment, variant calling, and annotation are validated, version-controlled components — with quality metrics that gate results.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QUALITY METRICS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Depth, and Read Quality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GATES A CALL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of coverage: enough reads at each position to detect a variant at the target VAF.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Uniformity: regions below minimum depth are 'not assessed' and must be reported as gaps.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Base/mapping quality (Q scores) and strand bias affect confidence.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allele fraction interpreted with depth and context.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GOVERNANCE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VERSION-CONTROL the pipeline; revalidate after meaningful changes.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reference genome build and annotation sources.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filtering thresholds and their rationale.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Reproducibility: the same input must give the same output.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SIGN-OUT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vs True Variants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ARTIFACTS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FFPE deamination (C&gt;T/G&gt;A) at low allele fractions.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Homopolymer/indel errors; strand-biased calls.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Pseudogene/paralog misalignment.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hopping producing low-level cross-sample calls.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AND REPORT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critical or low-confidence variants (orthogonal method or visual review).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IGV-style review for important calls.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regions not adequately covered.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Proficiency testing benchmarks the whole process (wet lab + pipeline).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NGS run reports a low-level (3% VAF) C&gt;T variant in an FFPE sample at a position with otherwise modest depth. The clinician asks whether it is real.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artifact must be excluded, and how?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FFPE Deamination Artifact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Low-level C&gt;T (G&gt;A) changes in FFPE are classic deamination artifacts.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depth, strand balance, and the variant’s plausibility.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with an orthogonal method or a fresh/duplicate sample if clinically important.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cautiously; do not over-call a likely artifact.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low-VAF C&gt;T calls in FFPE skeptically — evaluate strand bias and depth, and confirm before reporting a clinically important variant.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clinically important region of a gene is reported as 'not assessed' because read depth fell below the validated minimum in that exon.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report handle this, and why does it matter?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Coverage Gap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Regions below the validated minimum depth cannot be reliably called and must be reported as not assessed (a coverage gap).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'no variant detected' is not the same as 'wild-type' if the region was not covered.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 reflex/orthogonal testing for clinically critical gaps.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gap reporting prevents false reassurance.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distinguish 'negative' from 'not assessed' — unreported coverage gaps create dangerous false reassurance.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laboratory-developed NGS assay, which must be validated before clinical use?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Only the wet-lab steps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Only the bioinformatics pipeline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Both wet-lab and bioinformatic components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Neither, if FDA-cleared reagents are used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Only the reference range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Both wet-lab and pipeline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part of the assay; full validation covers wet-lab performance characteristics and the bioinformatic analysis, with version control.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clinically relevant exon falls below the minimum validated depth. The correct report states: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No mutation present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Wild-type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Region not assessed due to insufficient coverage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Likely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Test failed entirely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Not assessed (insufficient coverage)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Below-threshold regions cannot be called; report them as gaps. 'Not assessed' differs from 'negative' and avoids false reassurance.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low-VAF C&gt;T variant in an FFPE specimen most likely represents: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 definite pathogenic mutation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deamination (fixation) artifact to be excluded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Germline variant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Contamination from another patient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A large deletion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Deamination artifact to exclude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FFPE deamination produces low-level C&gt;T/G&gt;A artifacts; assess strand bias and depth and confirm before reporting as a true variant.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molecular assays fully — accuracy, precision, LoD, specificity, reportable range — including the bioinformatics pipeline.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 contamination with unidirectional workflow, negative controls, and unique dual indexes; tiny contamination matters at high sensitivity.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Coverage/depth gate which variants can be trusted; report regions 'not assessed' rather than implying wild-type.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Version-control and revalidate the pipeline; reproducibility is required.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artifacts (FFPE C&gt;T, index hopping, homopolymer indels) from true variants; confirm critical calls and use proficiency testing.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Jennings LJ, et al. AMP/CAP Guidelines for validation of NGS-based oncology panels. J Mol Diagn. 2017.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Roy S, et al. AMP/CAP standards for bioinformatics pipeline validation. J Mol Diagn.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Aziz N, et al. CAP laboratory standards for NGS clinical tests. Arch Pathol Lab Med. 2015.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MM09: Nucleic Acid Sequencing Methods.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Validation, Quality Control &amp; Bioinformatics Essentials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2026-06-28T05:52:50Z</dcterms:created>
  <dcterms:modified xsi:type="dcterms:W3CDTF">2026-06-28T05:52:50Z</dcterms:modified>
</cp:coreProperties>
</file>